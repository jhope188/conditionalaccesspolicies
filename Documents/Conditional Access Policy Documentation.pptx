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notesMasterIdLst>
    <p:notesMasterId r:id="rId34"/>
  </p:notesMasterIdLst>
  <p:sldIdLst>
    <p:sldId id="260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</p:sldIdLst>
  <p:sldSz cx="12192000" cy="6858000"/>
  <p:notesSz cx="6858000" cy="9144000"/>
  <p:defaultTextStyle>
    <a:defPPr defTabSz="457200">
      <a:defRPr lang="en-US" dirty="0"/>
    </a:defPPr>
    <a:lvl1pPr marL="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49E8F5E-018A-47AA-9D33-FF814C32D2F0}">
          <p14:sldIdLst>
            <p14:sldId id="260"/>
          </p14:sldIdLst>
        </p14:section>
        <p14:section name="Enabled Policies" id="{07A5FE3C-79AF-48A7-9E5B-0B523071167F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Report-only Policies" id="{4418999F-8C7D-4F6E-99E8-AC42B8BCD845}">
          <p14:sldIdLst>
            <p14:sldId id="281"/>
          </p14:sldIdLst>
        </p14:section>
        <p14:section name="Disabled Policies" id="{2AAFCF6C-B3EF-4CA0-B4D5-978989A7211B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0078D4"/>
    <a:srgbClr val="54A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24"/>
    <p:restoredTop sz="96966"/>
  </p:normalViewPr>
  <p:slideViewPr>
    <p:cSldViewPr snapToGrid="0" snapToObjects="1">
      <p:cViewPr varScale="1">
        <p:scale>
          <a:sx n="127" d="100"/>
          <a:sy n="127" d="100"/>
        </p:scale>
        <p:origin x="104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0"/>
            <a:ext cx="2971800" cy="45878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white">
          <a:xfrm>
            <a:off x="3884613" y="0"/>
            <a:ext cx="2971800" cy="45878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r">
              <a:defRPr sz="1200" dirty="0"/>
            </a:lvl1pPr>
          </a:lstStyle>
          <a:p>
            <a:pPr algn="r"/>
            <a:fld id="{5989AA50-2501-4970-8BF6-B1FFFD9C9790}" type="datetimeFigureOut">
              <a:rPr lang="en-US"/>
              <a:t>1/27/26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white">
          <a:xfrm>
            <a:off x="685800" y="1143000"/>
            <a:ext cx="5486400" cy="3086100"/>
          </a:xfrm>
          <a:prstGeom prst="rect">
            <a:avLst/>
          </a:prstGeom>
          <a:ln w="12700">
            <a:solidFill>
              <a:srgbClr val="000000"/>
            </a:solidFill>
            <a:headEnd type="none"/>
            <a:tailEnd type="none"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85800" y="4400550"/>
            <a:ext cx="5486400" cy="36004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/>
          <a:p>
            <a:r>
              <a:t>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white">
          <a:xfrm>
            <a:off x="0" y="8685213"/>
            <a:ext cx="2971800" cy="45878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white">
          <a:xfrm>
            <a:off x="3884613" y="8685213"/>
            <a:ext cx="2971800" cy="45878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r">
              <a:defRPr sz="1200" dirty="0"/>
            </a:lvl1pPr>
          </a:lstStyle>
          <a:p>
            <a:pPr algn="r"/>
            <a:fld id="{17AFE781-8D4E-435E-8629-C9467DC7131E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dirty="0">
        <a:latin typeface="Calibri"/>
        <a:ea typeface="Calibri"/>
        <a:cs typeface="Calibr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GLOBAL - BLOCK - Authentication Transfer</a:t>
            </a:r>
          </a:p>
          <a:p>
            <a:r>
              <a:t>Portal link: https://entra.microsoft.com/#view/Microsoft_AAD_ConditionalAccess/PolicyBlade/policyId/6f37138a-a838-4b2d-bade-f81cbec243a7
</a:t>
            </a:r>
          </a:p>
          <a:p>
            <a:r>
              <a:t>{
  "id": "6f37138a-a838-4b2d-bade-f81cbec243a7",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"96437e0d-3d7c-4e28-b9bf-0fa68eabbff7",
        "540a2f19-a6e6-469d-b769-77e152138d96"
      ],
      "excludeRoles": [],
      "excludeUsers": [
        "a1197d08-a831-4c41-ad33-c384964d1f07"
      ],
      "includeGroups": [],
      "includeRoles": [],
      "includeUsers": [
        "All"
      ]
    },
    "times": null,
    "authenticationFlows": {
      "transferMethods": "authenticationTransfer"
    }
  },
  "createdDateTime": "2026-01-20T11:23:05.7544581\u002B00:00",
  "displayName": "IAC - GLOBAL - BLOCK - Authentication Transfer",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"https://graph.microsoft.com/beta/$metadata#policies/conditionalAccessPolicies(\u00276f37138a-a838-4b2d-bade-f81cbec243a7\u0027)/grantControls/authenticationStrength/$entity"
  },
  "modifiedDateTime": "2026-01-25T20:28:22.9099156\u002B00:00",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4CF9EBD1-A682-4883-B7DA-435E2B28F66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GLOBAL - BLOCK - Device Code Auth Flow</a:t>
            </a:r>
          </a:p>
          <a:p>
            <a:r>
              <a:t>Portal link: https://entra.microsoft.com/#view/Microsoft_AAD_ConditionalAccess/PolicyBlade/policyId/e34f605a-c20e-451c-bfd3-62e3693868ba
</a:t>
            </a:r>
          </a:p>
          <a:p>
            <a:r>
              <a:t>{
  "id": "e34f605a-c20e-451c-bfd3-62e3693868ba",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"96437e0d-3d7c-4e28-b9bf-0fa68eabbff7"
      ],
      "excludeRoles": [],
      "excludeUsers": [],
      "includeGroups": [],
      "includeRoles": [],
      "includeUsers": [
        "All"
      ]
    },
    "times": null,
    "authenticationFlows": {
      "transferMethods": "deviceCodeFlow"
    }
  },
  "createdDateTime": "2026-01-20T11:23:07.3748274\u002B00:00",
  "displayName": "IAC - GLOBAL - BLOCK - Device Code Auth Flow",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"https://graph.microsoft.com/beta/$metadata#policies/conditionalAccessPolicies(\u0027e34f605a-c20e-451c-bfd3-62e3693868ba\u0027)/grantControls/authenticationStrength/$entity"
  },
  "modifiedDateTime": "2026-01-25T17:27:00.6655318\u002B00:00",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D3AB9916-FDA7-444F-A585-D0E276732694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GLOBAL – BLOCK - Legacy Authentication</a:t>
            </a:r>
          </a:p>
          <a:p>
            <a:r>
              <a:t>Portal link: https://entra.microsoft.com/#view/Microsoft_AAD_ConditionalAccess/PolicyBlade/policyId/d210a4e3-c9ac-44de-b13e-e045743983f5
</a:t>
            </a:r>
          </a:p>
          <a:p>
            <a:r>
              <a:t>{
  "id": "d210a4e3-c9ac-44de-b13e-e045743983f5",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"exchangeActiveSync",
      "other"
    ],
    "signInRiskLevels": [],
    "userRiskLevels": [],
    "users": {
      "excludeGroups": [
        "96437e0d-3d7c-4e28-b9bf-0fa68eabbff7"
      ],
      "excludeRoles": [],
      "excludeUsers": [],
      "includeGroups": [],
      "includeRoles": [],
      "includeUsers": [
        "All"
      ]
    },
    "times": null
  },
  "createdDateTime": "2026-01-20T11:23:12.8029305\u002B00:00",
  "displayName": "IAC - GLOBAL \u2013 BLOCK - Legacy Authentication",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"https://graph.microsoft.com/beta/$metadata#policies/conditionalAccessPolicies(\u0027d210a4e3-c9ac-44de-b13e-e045743983f5\u0027)/grantControls/authenticationStrength/$entity"
  },
  "modifiedDateTime": "2026-01-25T17:40:53.5958121\u002B00:00",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DEF8C094-851C-4CEA-8AB5-22CFC9E1FDA2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GLOBAL – BLOCK – Countries not Allowed</a:t>
            </a:r>
          </a:p>
          <a:p>
            <a:r>
              <a:t>Portal link: https://entra.microsoft.com/#view/Microsoft_AAD_ConditionalAccess/PolicyBlade/policyId/6bfbd7ba-fb48-424a-bdfb-b0934275c980
</a:t>
            </a:r>
          </a:p>
          <a:p>
            <a:r>
              <a:t>{
  "id": "6bfbd7ba-fb48-424a-bdfb-b0934275c980",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"1fe18182-5167-4fb6-8fd7-e092917b97bc"
      ],
      "includeLocations": [
        "All"
      ]
    },
    "signInRiskLevels": [],
    "userRiskLevels": [],
    "users": {
      "excludeGroups": [
        "96437e0d-3d7c-4e28-b9bf-0fa68eabbff7",
        "ec9e4975-1c27-41ac-ad9c-e346eff08a0b"
      ],
      "excludeRoles": [],
      "excludeUsers": [],
      "includeGroups": [],
      "includeRoles": [],
      "includeUsers": [
        "All"
      ]
    },
    "times": null
  },
  "createdDateTime": "2026-01-20T11:23:14.5456622\u002B00:00",
  "displayName": "IAC - GLOBAL \u2013 BLOCK \u2013 Countries not Allowed",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"https://graph.microsoft.com/beta/$metadata#policies/conditionalAccessPolicies(\u00276bfbd7ba-fb48-424a-bdfb-b0934275c980\u0027)/grantControls/authenticationStrength/$entity"
  },
  "modifiedDateTime": "2026-01-26T02:08:45.0420855\u002B00:00",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3052DBE6-768E-4317-907B-57A5B35F4686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GLOBAL – BLOCK – Countries not Allowed - NoExclusions</a:t>
            </a:r>
          </a:p>
          <a:p>
            <a:r>
              <a:t>Portal link: https://entra.microsoft.com/#view/Microsoft_AAD_ConditionalAccess/PolicyBlade/policyId/d9fe9d51-f837-479c-90f0-446b57939ac1
</a:t>
            </a:r>
          </a:p>
          <a:p>
            <a:r>
              <a:t>{
  "id": "d9fe9d51-f837-479c-90f0-446b57939ac1",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[],
      "includeLocations": [
        "18abd940-3aa0-4903-9457-8c8ff9ace93d"
      ]
    },
    "signInRiskLevels": [],
    "userRiskLevels": [],
    "users": {
      "excludeGroups": [
        "96437e0d-3d7c-4e28-b9bf-0fa68eabbff7"
      ],
      "excludeRoles": [],
      "excludeUsers": [],
      "includeGroups": [],
      "includeRoles": [],
      "includeUsers": [
        "All"
      ]
    },
    "times": null
  },
  "createdDateTime": "2026-01-20T11:28:39.5986971\u002B00:00",
  "displayName": "IAC - GLOBAL \u2013 BLOCK \u2013 Countries not Allowed - NoExclusions",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"https://graph.microsoft.com/beta/$metadata#policies/conditionalAccessPolicies(\u0027d9fe9d51-f837-479c-90f0-446b57939ac1\u0027)/grantControls/authenticationStrength/$entity"
  },
  "modifiedDateTime": "2026-01-25T20:35:12.5322535\u002B00:00",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FCCE5582-CFEF-4C32-8855-4DDB035118D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O365 - BLOCK - Non Working Hours</a:t>
            </a:r>
          </a:p>
          <a:p>
            <a:r>
              <a:t>Portal link: https://entra.microsoft.com/#view/Microsoft_AAD_ConditionalAccess/PolicyBlade/policyId/8b6e642a-8d67-4111-9100-88dcf19a66c3
</a:t>
            </a:r>
          </a:p>
          <a:p>
            <a:r>
              <a:t>{
  "id": "8b6e642a-8d67-4111-9100-88dcf19a66c3",
  "templateId": null,
  "deletedDateTime": null,
  "partialEnablementStrategy": null,
  "conditions": {
    "applications": {
      "excludeApplications": [],
      "includeApplications": [
        "Office365"
      ],
      "includeAuthenticationContextClassReferences": [],
      "includeUserActions": []
    },
    "clientAppTypes": [
      "all"
    ],
    "signInRiskLevels": [],
    "userRiskLevels": [],
    "users": {
      "excludeGroups": [
        "96437e0d-3d7c-4e28-b9bf-0fa68eabbff7"
      ],
      "excludeRoles": [],
      "excludeUsers": [],
      "includeGroups": [],
      "includeRoles": [],
      "includeUsers": [
        "274c4644-56e5-4ce1-8f30-13457b94c6e5"
      ]
    },
    "times": {
      "includeAllTimes": false,
      "excludeDays": null,
      "includeRange": null,
      "excludeRange": null,
      "includeDays": {
        "daysOfWeek": [
          "monday",
          "tuesday",
          "wednesday",
          "thursday",
          "friday"
        ],
        "timeZone": "UTC",
        "startTime": "09:00:00",
        "endTime": "17:00:00",
        "allDay": false
      }
    }
  },
  "createdDateTime": "2026-01-27T01:09:53.5646252\u002B00:00",
  "displayName": "IAC - O365 - BLOCK - Non Working Hours",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"https://graph.microsoft.com/beta/$metadata#policies/conditionalAccessPolicies(\u00278b6e642a-8d67-4111-9100-88dcf19a66c3\u0027)/grantControls/authenticationStrength/$entity"
  },
  "modifiedDateTime": "2026-01-27T13:15:02.1821062\u002B00:00",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71A73BDB-EF20-4A70-BC07-B82B4B96163C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Multifactor authentication for Microsoft partners and vendors</a:t>
            </a:r>
          </a:p>
          <a:p>
            <a:r>
              <a:t>Portal link: https://entra.microsoft.com/#view/Microsoft_AAD_ConditionalAccess/PolicyBlade/policyId/b498e6fc-7754-49dd-abf3-c4cb083f88ea
</a:t>
            </a:r>
          </a:p>
          <a:p>
            <a:r>
              <a:t>{
  "id": "b498e6fc-7754-49dd-abf3-c4cb083f88ea",
  "templateId": "4200930c-0da2-4e33-ca02-000000000004",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"96437e0d-3d7c-4e28-b9bf-0fa68eabbff7"
      ],
      "excludeRoles": [
        "d29b2b05-8046-44ba-8758-1e26182fcf32"
      ],
      "excludeUsers": [],
      "includeGroups": [],
      "includeRoles": [],
      "includeUsers": [
        "All"
      ]
    },
    "times": null
  },
  "createdDateTime": "2026-01-15T14:14:35.73206\u002B00:00",
  "displayName": "Multifactor authentication for Microsoft partners and vendors",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"https://graph.microsoft.com/beta/$metadata#policies/conditionalAccessPolicies(\u0027b498e6fc-7754-49dd-abf3-c4cb083f88ea\u0027)/grantControls/authenticationStrength/$entity"
  },
  "modifiedDateTime": "2026-01-25T17:29:11.7877355\u002B00:00",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237115AA-4885-47FB-B0E7-AB732F5619A9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Microsoft-managed: Require phishing-resistant multifactor authentication for admins</a:t>
            </a:r>
          </a:p>
          <a:p>
            <a:r>
              <a:t>Portal link: https://entra.microsoft.com/#view/Microsoft_AAD_ConditionalAccess/PolicyBlade/policyId/76865241-8ddd-43a2-bc87-54051bdd2161
</a:t>
            </a:r>
          </a:p>
          <a:p>
            <a:r>
              <a:t>{
  "id": "76865241-8ddd-43a2-bc87-54051bdd2161",
  "templateId": "4200930c-0da2-4e33-ca01-000000000011",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
        "a1197d08-a831-4c41-ad33-c384964d1f07"
      ],
      "includeGroups": [],
      "includeRoles": [
        "62e90394-69f5-4237-9190-012177145e10",
        "194ae4cb-b126-40b2-bd5b-6091b380977d",
        "f28a1f50-f6e7-4571-818b-6a12f2af6b6c",
        "29232cdf-9323-42fd-ade2-1d097af3e4de",
        "b1be1c3e-b65d-4f19-8427-f6fa0d97feb9",
        "729827e3-9c14-49f7-bb1b-9608f156bbb8",
        "b0f54661-2d74-4c50-afa3-1ec803f12efe",
        "fe930be7-5e62-47db-91af-98c3a49a38b1",
        "c4e39bd9-1100-46d3-8c65-fb160da0071f",
        "9b895d92-2cd3-44c7-9d02-a6ac2d5ea5c3",
        "158c047a-c907-4556-b7ef-446551a6b5f7",
        "966707d0-3269-4727-9be2-8c3a10f19b9d",
        "7be44c8a-adaf-4e2a-84d6-ab2649e08a13",
        "e8611ab8-c189-46e8-94e1-60213ab1f814",
        "17315797-102d-40b4-93e0-432062caca18",
        "e6d1a23a-da11-4be4-9570-befc86d067a7",
        "3a2c62db-5318-420d-8d74-23affee5d9d5",
        "44367163-eba1-44c3-98af-f5787879f96a",
        "11648597-926c-4cf3-9c36-bcebb0ba8dcc"
      ],
      "includeUsers": []
    },
    "times": null
  },
  "createdDateTime": "2026-01-25T17:19:40.4844768\u002B00:00",
  "displayName": "Microsoft-managed: Require phishing-resistant multifactor authentication for admins",
  "grantControls": {
    "authenticationStrength": {
      "id": "00000000-0000-0000-0000-000000000004",
      "combinationConfigurations@odata.context": "https://graph.microsoft.com/beta/$metadata#policies/conditionalAccessPolicies(\u002776865241-8ddd-43a2-bc87-54051bdd2161\u0027)/grantControls/authenticationStrength/combinationConfigurations",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"https://graph.microsoft.com/beta/$metadata#policies/conditionalAccessPolicies(\u002776865241-8ddd-43a2-bc87-54051bdd2161\u0027)/grantControls/authenticationStrength/$entity"
  },
  "modifiedDateTime": "2026-01-26T18:38:08.6404467\u002B00:00",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775E84A3-D711-49E7-9275-417FE1C8E465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APP - BLOCK - SharePoint-OneDrive-NonTrustedLocations</a:t>
            </a:r>
          </a:p>
          <a:p>
            <a:r>
              <a:t>Portal link: https://entra.microsoft.com/#view/Microsoft_AAD_ConditionalAccess/PolicyBlade/policyId/109d4155-3d19-4f57-9814-3c5afad470aa
</a:t>
            </a:r>
          </a:p>
          <a:p>
            <a:r>
              <a:t>{
  "id": "109d4155-3d19-4f57-9814-3c5afad470aa",
  "templateId": null,
  "deletedDateTime": null,
  "partialEnablementStrategy": null,
  "conditions": {
    "applications": {
      "excludeApplications": [],
      "includeApplications": [
        "00000003-0000-0ff1-ce00-000000000000"
      ],
      "includeAuthenticationContextClassReferences": [],
      "includeUserActions": []
    },
    "clientAppTypes": [
      "all"
    ],
    "locations": {
      "excludeLocations": [
        "AllTrusted"
      ],
      "includeLocations": [
        "All"
      ]
    },
    "signInRiskLevels": [],
    "userRiskLevels": [],
    "users": {
      "excludeGroups": [
        "96437e0d-3d7c-4e28-b9bf-0fa68eabbff7",
        "d65002d8-0830-43cc-8ce3-9c46ff0d8e28",
        "540a2f19-a6e6-469d-b769-77e152138d96"
      ],
      "excludeRoles": [],
      "excludeUsers": [],
      "includeGroups": [],
      "includeRoles": [],
      "includeUsers": [
        "All"
      ]
    },
    "times": null
  },
  "createdDateTime": "2026-01-20T11:22:57.310486\u002B00:00",
  "displayName": "IAC - APP - BLOCK - SharePoint-OneDrive-NonTrustedLocations",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"https://graph.microsoft.com/beta/$metadata#policies/conditionalAccessPolicies(\u0027109d4155-3d19-4f57-9814-3c5afad470aa\u0027)/grantControls/authenticationStrength/$entity"
  },
  "modifiedDateTime": "2026-01-25T17:26:55.3801574\u002B00:00",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7C751ADF-180B-4711-AF32-1D12B4A8C4C7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APP - SESSION - O365 - Timeoutsettings</a:t>
            </a:r>
          </a:p>
          <a:p>
            <a:r>
              <a:t>Portal link: https://entra.microsoft.com/#view/Microsoft_AAD_ConditionalAccess/PolicyBlade/policyId/6756b8f6-def1-49c5-a04d-89ea91597cb5
</a:t>
            </a:r>
          </a:p>
          <a:p>
            <a:r>
              <a:t>{
  "id": "6756b8f6-def1-49c5-a04d-89ea91597cb5",
  "templateId": null,
  "deletedDateTime": null,
  "partialEnablementStrategy": null,
  "conditions": {
    "applications": {
      "excludeApplications": [],
      "includeApplications": [
        "Office365"
      ],
      "includeAuthenticationContextClassReferences": [],
      "includeUserActions": []
    },
    "clientAppTypes": [
      "browser"
    ],
    "devices": {
      "deviceFilter": {
        "mode": "exclude",
        "rule": "device.isCompliant -eq True -and device.trustType -eq \u0022ServerAD\u0022"
      },
      "excludeDevices": [],
      "excludeDeviceStates": [],
      "includeDevices": [],
      "includeDeviceStates": []
    },
    "platforms": {
      "excludePlatforms": [
        "android",
        "iOS",
        "macOS",
        "linux"
      ],
      "includePlatforms": [
        "all"
      ]
    },
    "signInRiskLevels": [],
    "userRiskLevels": [],
    "users": {
      "excludeGroups": [
        "96437e0d-3d7c-4e28-b9bf-0fa68eabbff7",
        "540a2f19-a6e6-469d-b769-77e152138d96"
      ],
      "excludeRoles": [],
      "excludeUsers": [],
      "includeGroups": [],
      "includeRoles": [],
      "includeUsers": [
        "All"
      ]
    },
    "times": null
  },
  "createdDateTime": "2026-01-20T11:23:00.0291599\u002B00:00",
  "displayName": "IAC - APP - SESSION - O365 - Timeoutsettings",
  "modifiedDateTime": "2026-01-25T17:26:56.5043023\u002B00:00",
  "sessionControls": {
    "applicationEnforcedRestrictions": {
      "isEnabled": true,
      "@odata.type": "#microsoft.graph.applicationEnforcedRestrictionsSessionControl"
    }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B97228EF-9AA8-4654-9FC2-BD705CCB0447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APP – BLOCK – AVD - Exclude - AllowedAVDUsers</a:t>
            </a:r>
          </a:p>
          <a:p>
            <a:r>
              <a:t>Portal link: https://entra.microsoft.com/#view/Microsoft_AAD_ConditionalAccess/PolicyBlade/policyId/a291c604-da60-4967-9102-5e8a067f74d1
</a:t>
            </a:r>
          </a:p>
          <a:p>
            <a:r>
              <a:t>{
  "id": "a291c604-da60-4967-9102-5e8a067f74d1",
  "templateId": null,
  "deletedDateTime": null,
  "partialEnablementStrategy": null,
  "conditions": {
    "applications": {
      "excludeApplications": [],
      "includeApplications": [
        "0af06dc6-e4b5-4f28-818e-e78e62d137a5",
        "9cdead84-a844-4324-93f2-b2e6bb768d07"
      ],
      "includeAuthenticationContextClassReferences": [],
      "includeUserActions": []
    },
    "clientAppTypes": [
      "all"
    ],
    "signInRiskLevels": [],
    "userRiskLevels": [],
    "users": {
      "excludeGroups": [
        "96437e0d-3d7c-4e28-b9bf-0fa68eabbff7",
        "d65002d8-0830-43cc-8ce3-9c46ff0d8e28",
        "974da861-50dc-4388-bfd9-1b85b9acb7ff"
      ],
      "excludeRoles": [],
      "excludeUsers": [],
      "includeGroups": [],
      "includeRoles": [],
      "includeUsers": [
        "All"
      ]
    },
    "times": null
  },
  "createdDateTime": "2026-01-20T11:23:01.2907383\u002B00:00",
  "displayName": "IAC - APP \u2013 BLOCK \u2013 AVD - Exclude - AllowedAVDUsers",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"https://graph.microsoft.com/beta/$metadata#policies/conditionalAccessPolicies(\u0027a291c604-da60-4967-9102-5e8a067f74d1\u0027)/grantControls/authenticationStrength/$entity"
  },
  "modifiedDateTime": "2026-01-25T17:26:57.25901\u002B00:00",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FB438F2A-813D-4A40-A644-CD1019BE38BE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APP – BLOCK – AVD - NonTrustedLocations</a:t>
            </a:r>
          </a:p>
          <a:p>
            <a:r>
              <a:t>Portal link: https://entra.microsoft.com/#view/Microsoft_AAD_ConditionalAccess/PolicyBlade/policyId/70f46445-89e8-43c0-b5e6-c7ca504137b8
</a:t>
            </a:r>
          </a:p>
          <a:p>
            <a:r>
              <a:t>{
  "id": "70f46445-89e8-43c0-b5e6-c7ca504137b8",
  "templateId": null,
  "deletedDateTime": null,
  "partialEnablementStrategy": null,
  "conditions": {
    "applications": {
      "excludeApplications": [],
      "includeApplications": [
        "0af06dc6-e4b5-4f28-818e-e78e62d137a5",
        "9cdead84-a844-4324-93f2-b2e6bb768d07"
      ],
      "includeAuthenticationContextClassReferences": [],
      "includeUserActions": []
    },
    "clientAppTypes": [
      "all"
    ],
    "locations": {
      "excludeLocations": [
        "AllTrusted"
      ],
      "includeLocations": [
        "All"
      ]
    },
    "signInRiskLevels": [],
    "userRiskLevels": [],
    "users": {
      "excludeGroups": [
        "96437e0d-3d7c-4e28-b9bf-0fa68eabbff7",
        "d65002d8-0830-43cc-8ce3-9c46ff0d8e28"
      ],
      "excludeRoles": [],
      "excludeUsers": [],
      "includeGroups": [],
      "includeRoles": [],
      "includeUsers": [
        "All"
      ]
    },
    "times": null
  },
  "createdDateTime": "2026-01-20T11:23:03.5556013\u002B00:00",
  "displayName": "IAC - APP \u2013 BLOCK \u2013 AVD - NonTrustedLocations",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"https://graph.microsoft.com/beta/$metadata#policies/conditionalAccessPolicies(\u002770f46445-89e8-43c0-b5e6-c7ca504137b8\u0027)/grantControls/authenticationStrength/$entity"
  },
  "modifiedDateTime": "2026-01-25T17:26:58.9355006\u002B00:00",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0D6C9E3C-6DC3-4094-8BDF-A287998CD457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GLOBAL - BLOCK - Unsupported Device Platforms</a:t>
            </a:r>
          </a:p>
          <a:p>
            <a:r>
              <a:t>Portal link: https://entra.microsoft.com/#view/Microsoft_AAD_ConditionalAccess/PolicyBlade/policyId/403645fd-9e97-4d6b-a66e-9c863586241e
</a:t>
            </a:r>
          </a:p>
          <a:p>
            <a:r>
              <a:t>{
  "id": "403645fd-9e97-4d6b-a66e-9c863586241e",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"platforms": {
      "excludePlatforms": [
        "android",
        "iOS",
        "windows",
        "macOS"
      ],
      "includePlatforms": [
        "all"
      ]
    },
    "signInRiskLevels": [],
    "userRiskLevels": [],
    "users": {
      "excludeGroups": [
        "96437e0d-3d7c-4e28-b9bf-0fa68eabbff7"
      ],
      "excludeRoles": [],
      "excludeUsers": [],
      "includeGroups": [],
      "includeRoles": [],
      "includeUsers": [
        "All"
      ]
    },
    "times": null
  },
  "createdDateTime": "2026-01-20T11:23:08.5452162\u002B00:00",
  "displayName": "IAC - GLOBAL - BLOCK - Unsupported Device Platforms",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"https://graph.microsoft.com/beta/$metadata#policies/conditionalAccessPolicies(\u0027403645fd-9e97-4d6b-a66e-9c863586241e\u0027)/grantControls/authenticationStrength/$entity"
  },
  "modifiedDateTime": "2026-01-25T17:27:01.5902182\u002B00:00",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22CC0F31-C339-4188-B56B-161E26DEE2E4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GLOBAL - GRANT - MFA - AllAdmins</a:t>
            </a:r>
          </a:p>
          <a:p>
            <a:r>
              <a:t>Portal link: https://entra.microsoft.com/#view/Microsoft_AAD_ConditionalAccess/PolicyBlade/policyId/a138dcd3-f878-4f0d-a9ad-45e6c38e9c09
</a:t>
            </a:r>
          </a:p>
          <a:p>
            <a:r>
              <a:t>{
  "id": "a138dcd3-f878-4f0d-a9ad-45e6c38e9c09",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[],
      "includeLocations": [
        "All"
      ]
    },
    "platforms": {
      "excludePlatforms": [],
      "includePlatforms": [
        "all"
      ]
    },
    "signInRiskLevels": [],
    "userRiskLevels": [],
    "users": {
      "excludeGroups": [
        "96437e0d-3d7c-4e28-b9bf-0fa68eabbff7"
      ],
      "excludeRoles": [],
      "excludeUsers": [
        "a1197d08-a831-4c41-ad33-c384964d1f07"
      ],
      "includeGroups": [],
      "includeRoles": [
        "c4e39bd9-1100-46d3-8c65-fb160da0071f",
        "b0f54661-2d74-4c50-afa3-1ec803f12efe",
        "b1be1c3e-b65d-4f19-8427-f6fa0d97feb9",
        "29232cdf-9323-42fd-ade2-1d097af3e4de",
        "62e90394-69f5-4237-9190-012177145e10",
        "729827e3-9c14-49f7-bb1b-9608f156bbb8",
        "194ae4cb-b126-40b2-bd5b-6091b380977d",
        "f28a1f50-f6e7-4571-818b-6a12f2af6b6c",
        "fe930be7-5e62-47db-91af-98c3a49a38b1",
        "9b895d92-2cd3-44c7-9d02-a6ac2d5ea5c3",
        "158c047a-c907-4556-b7ef-446551a6b5f7",
        "966707d0-3269-4727-9be2-8c3a10f19b9d",
        "e8611ab8-c189-46e8-94e1-60213ab1f814",
        "7be44c8a-adaf-4e2a-84d6-ab2649e08a13"
      ],
      "includeUsers": []
    },
    "times": null
  },
  "createdDateTime": "2026-01-20T11:23:10.094697\u002B00:00",
  "displayName": "IAC - GLOBAL - GRANT - MFA - AllAdmins",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"https://graph.microsoft.com/beta/$metadata#policies/conditionalAccessPolicies(\u0027a138dcd3-f878-4f0d-a9ad-45e6c38e9c09\u0027)/grantControls/authenticationStrength/$entity"
  },
  "modifiedDateTime": "2026-01-25T17:45:01.1495868\u002B00:00",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D058CC24-D3C0-4705-91F6-303106EF4B72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GLOBAL - GRANT - MFA - External-Guest-Users</a:t>
            </a:r>
          </a:p>
          <a:p>
            <a:r>
              <a:t>Portal link: https://entra.microsoft.com/#view/Microsoft_AAD_ConditionalAccess/PolicyBlade/policyId/0dad2669-ecfc-41e0-9488-f898001006ea
</a:t>
            </a:r>
          </a:p>
          <a:p>
            <a:r>
              <a:t>{
  "id": "0dad2669-ecfc-41e0-9488-f898001006ea",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"ad6401e0-818d-4394-a27b-801f7d7b5442",
        "96437e0d-3d7c-4e28-b9bf-0fa68eabbff7"
      ],
      "excludeRoles": [],
      "excludeUsers": [],
      "includeGroups": [],
      "includeGuestsOrExternalUsers": {
        "externalTenants": {
          "membershipKind": "all",
          "@odata.type": "#microsoft.graph.conditionalAccessAllExternalTenants"
        },
        "guestOrExternalUserTypes": "unknownFutureValue"
      },
      "includeRoles": [],
      "includeUsers": []
    },
    "times": null
  },
  "createdDateTime": "2026-01-20T11:23:11.3953884\u002B00:00",
  "displayName": "IAC - GLOBAL - GRANT - MFA - External-Guest-Users",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"https://graph.microsoft.com/beta/$metadata#policies/conditionalAccessPolicies(\u00270dad2669-ecfc-41e0-9488-f898001006ea\u0027)/grantControls/authenticationStrength/$entity"
  },
  "modifiedDateTime": "2026-01-25T17:28:53.9605813\u002B00:00",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FDE1BB89-C413-4574-96E4-03DA81B1E7C9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GLOBAL – BLOCK – Service Accounts</a:t>
            </a:r>
          </a:p>
          <a:p>
            <a:r>
              <a:t>Portal link: https://entra.microsoft.com/#view/Microsoft_AAD_ConditionalAccess/PolicyBlade/policyId/ee06dc06-7f8f-42e7-9948-0eeeb829fa79
</a:t>
            </a:r>
          </a:p>
          <a:p>
            <a:r>
              <a:t>{
  "id": "ee06dc06-7f8f-42e7-9948-0eeeb829fa79",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"06eef006-9dac-4711-a42c-4203e381251a"
      ],
      "includeLocations": [
        "All"
      ]
    },
    "signInRiskLevels": [],
    "userRiskLevels": [],
    "users": {
      "excludeGroups": [
        "96437e0d-3d7c-4e28-b9bf-0fa68eabbff7",
        "540a2f19-a6e6-469d-b769-77e152138d96"
      ],
      "excludeRoles": [],
      "excludeUsers": [],
      "includeGroups": [
        "8782b8eb-5554-4d69-a496-1106cf10aac4"
      ],
      "includeRoles": [],
      "includeUsers": []
    },
    "times": null
  },
  "createdDateTime": "2026-01-20T11:28:41.0505478\u002B00:00",
  "displayName": "IAC - GLOBAL \u2013 BLOCK \u2013 Service Accounts",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"https://graph.microsoft.com/beta/$metadata#policies/conditionalAccessPolicies(\u0027ee06dc06-7f8f-42e7-9948-0eeeb829fa79\u0027)/grantControls/authenticationStrength/$entity"
  },
  "modifiedDateTime": "2026-01-25T17:41:09.5703508\u002B00:00",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AB5BB770-763B-4B95-B1FB-97A63D69EB8E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GLOBAL – SESSION – Admin Persistence (1 Hours)</a:t>
            </a:r>
          </a:p>
          <a:p>
            <a:r>
              <a:t>Portal link: https://entra.microsoft.com/#view/Microsoft_AAD_ConditionalAccess/PolicyBlade/policyId/ae7669ef-8ce7-4473-9b7a-c91e8071c53f
</a:t>
            </a:r>
          </a:p>
          <a:p>
            <a:r>
              <a:t>{
  "id": "ae7669ef-8ce7-4473-9b7a-c91e8071c53f",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"browser"
    ],
    "signInRiskLevels": [],
    "userRiskLevels": [],
    "users": {
      "excludeGroups": [
        "96437e0d-3d7c-4e28-b9bf-0fa68eabbff7"
      ],
      "excludeRoles": [],
      "excludeUsers": [],
      "includeGroups": [],
      "includeRoles": [
        "9b895d92-2cd3-44c7-9d02-a6ac2d5ea5c3",
        "0526716b-113d-4c15-b2c8-68e3c22b9f80",
        "158c047a-c907-4556-b7ef-446551a6b5f7",
        "17315797-102d-40b4-93e0-432062caca18",
        "e6d1a23a-da11-4be4-9570-befc86d067a7",
        "b1be1c3e-b65d-4f19-8427-f6fa0d97feb9",
        "62e90394-69f5-4237-9190-012177145e10",
        "8ac3fc64-6eca-42ea-9e69-59f4c7b60eb2",
        "7be44c8a-adaf-4e2a-84d6-ab2649e08a13",
        "e8611ab8-c189-46e8-94e1-60213ab1f814",
        "194ae4cb-b126-40b2-bd5b-6091b380977d"
      ],
      "includeUsers": []
    },
    "times": null
  },
  "createdDateTime": "2026-01-20T11:23:15.8884238\u002B00:00",
  "displayName": "IAC - GLOBAL \u2013 SESSION \u2013 Admin Persistence (1 Hours)",
  "modifiedDateTime": "2026-01-25T17:40:55.7221835\u002B00:00",
  "sessionControls": {
    "persistentBrowser": {
      "isEnabled": true,
      "@odata.type": "#microsoft.graph.persistentBrowserSessionControl",
      "mode": "never"
    },
    "signInFrequency": {
      "isEnabled": true,
      "@odata.type": "#microsoft.graph.signInFrequencySessionControl",
      "authenticationType": "primaryAndSecondaryAuthentication",
      "frequencyInterval": "timeBased",
      "type": "hours",
      "value": 1
    }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9B3CAC24-065B-4233-8114-1C11E6894676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GLOBAL – SESSION – All Users Persistence (9-12 Hours)</a:t>
            </a:r>
          </a:p>
          <a:p>
            <a:r>
              <a:t>Portal link: https://entra.microsoft.com/#view/Microsoft_AAD_ConditionalAccess/PolicyBlade/policyId/f610c72d-e0de-4328-b3ed-4f88cbeea4e5
</a:t>
            </a:r>
          </a:p>
          <a:p>
            <a:r>
              <a:t>{
  "id": "f610c72d-e0de-4328-b3ed-4f88cbeea4e5",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"browser"
    ],
    "signInRiskLevels": [],
    "userRiskLevels": [],
    "users": {
      "excludeGroups": [
        "96437e0d-3d7c-4e28-b9bf-0fa68eabbff7"
      ],
      "excludeRoles": [],
      "excludeUsers": [],
      "includeGroups": [],
      "includeRoles": [],
      "includeUsers": [
        "All"
      ]
    },
    "times": null
  },
  "createdDateTime": "2026-01-20T11:23:17.0446549\u002B00:00",
  "displayName": "IAC - GLOBAL \u2013 SESSION \u2013 All Users Persistence (9-12 Hours)",
  "modifiedDateTime": "2026-01-25T17:40:56.6663462\u002B00:00",
  "sessionControls": {
    "persistentBrowser": {
      "isEnabled": true,
      "@odata.type": "#microsoft.graph.persistentBrowserSessionControl",
      "mode": "never"
    },
    "signInFrequency": {
      "isEnabled": true,
      "@odata.type": "#microsoft.graph.signInFrequencySessionControl",
      "authenticationType": "primaryAndSecondaryAuthentication",
      "frequencyInterval": "timeBased",
      "type": "hours",
      "value": 12
    }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A2C0CD14-BDB5-4683-AF5F-0CA0D2949521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INTUNE - BLOCK - RequireCompliantDevice - NonTrustedLocations</a:t>
            </a:r>
          </a:p>
          <a:p>
            <a:r>
              <a:t>Portal link: https://entra.microsoft.com/#view/Microsoft_AAD_ConditionalAccess/PolicyBlade/policyId/0a5ccb36-ae98-4cce-95e8-29590509444b
</a:t>
            </a:r>
          </a:p>
          <a:p>
            <a:r>
              <a:t>{
  "id": "0a5ccb36-ae98-4cce-95e8-29590509444b",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"devices": {
      "deviceFilter": {
        "mode": "exclude",
        "rule": "device.isCompliant -eq True -and device.trustType -eq \u0022ServerAD\u0022 -or device.trustType -eq \u0022AzureAD\u0022"
      },
      "excludeDevices": [],
      "excludeDeviceStates": [],
      "includeDevices": [],
      "includeDeviceStates": []
    },
    "signInRiskLevels": [],
    "userRiskLevels": [],
    "users": {
      "excludeGroups": [
        "96437e0d-3d7c-4e28-b9bf-0fa68eabbff7",
        "e049decf-767b-46ac-a24e-49fda83cba05"
      ],
      "excludeRoles": [],
      "excludeUsers": [],
      "includeGroups": [],
      "includeRoles": [],
      "includeUsers": [
        "All"
      ]
    },
    "times": null
  },
  "createdDateTime": "2026-01-20T11:23:18.2326256\u002B00:00",
  "displayName": "IAC - INTUNE - BLOCK - RequireCompliantDevice - NonTrustedLocations",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"https://graph.microsoft.com/beta/$metadata#policies/conditionalAccessPolicies(\u00270a5ccb36-ae98-4cce-95e8-29590509444b\u0027)/grantControls/authenticationStrength/$entity"
  },
  "modifiedDateTime": "2026-01-25T17:40:57.5283032\u002B00:00",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BFBB1669-6A5C-42AB-952B-849A20600275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INTUNE - GRANT - RequireCompliantDevice</a:t>
            </a:r>
          </a:p>
          <a:p>
            <a:r>
              <a:t>Portal link: https://entra.microsoft.com/#view/Microsoft_AAD_ConditionalAccess/PolicyBlade/policyId/0e7033c0-6543-4be2-948c-93596700fae2
</a:t>
            </a:r>
          </a:p>
          <a:p>
            <a:r>
              <a:t>{
  "id": "0e7033c0-6543-4be2-948c-93596700fae2",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"AllTrusted"
      ],
      "includeLocations": [
        "AllTrusted"
      ]
    },
    "signInRiskLevels": [],
    "userRiskLevels": [],
    "users": {
      "excludeGroups": [
        "96437e0d-3d7c-4e28-b9bf-0fa68eabbff7",
        "e049decf-767b-46ac-a24e-49fda83cba05"
      ],
      "excludeRoles": [],
      "excludeUsers": [],
      "includeGroups": [],
      "includeRoles": [],
      "includeUsers": [
        "All"
      ]
    },
    "times": null
  },
  "createdDateTime": "2026-01-20T11:23:19.633627\u002B00:00",
  "displayName": "IAC - INTUNE - GRANT - RequireCompliantDevice",
  "grantControls": {
    "builtInControls": [
      "compliantDevice",
      "domainJoinedDevice"
    ],
    "customAuthenticationFactors": [],
    "operator": "OR",
    "termsOfUse": [],
    "authenticationStrength@odata.context": "https://graph.microsoft.com/beta/$metadata#policies/conditionalAccessPolicies(\u00270e7033c0-6543-4be2-948c-93596700fae2\u0027)/grantControls/authenticationStrength/$entity"
  },
  "modifiedDateTime": "2026-01-25T17:40:58.7465601\u002B00:00",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31516EE7-4E22-41CD-946B-6CA63286117C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INTUNE – GRANT – Device Registration from trusted location</a:t>
            </a:r>
          </a:p>
          <a:p>
            <a:r>
              <a:t>Portal link: https://entra.microsoft.com/#view/Microsoft_AAD_ConditionalAccess/PolicyBlade/policyId/dff33769-98c3-4c58-85b3-7e1e59774e6d
</a:t>
            </a:r>
          </a:p>
          <a:p>
            <a:r>
              <a:t>{
  "id": "dff33769-98c3-4c58-85b3-7e1e59774e6d",
  "templateId": null,
  "deletedDateTime": null,
  "partialEnablementStrategy": null,
  "conditions": {
    "applications": {
      "excludeApplications": [],
      "includeApplications": [],
      "includeAuthenticationContextClassReferences": [],
      "includeUserActions": [
        "urn:user:registerdevice"
      ]
    },
    "clientAppTypes": [
      "all"
    ],
    "signInRiskLevels": [],
    "userRiskLevels": [],
    "users": {
      "excludeGroups": [
        "96437e0d-3d7c-4e28-b9bf-0fa68eabbff7",
        "e049decf-767b-46ac-a24e-49fda83cba05"
      ],
      "excludeRoles": [],
      "excludeUsers": [],
      "includeGroups": [],
      "includeRoles": [],
      "includeUsers": [
        "All"
      ]
    },
    "times": null
  },
  "createdDateTime": "2026-01-20T11:31:37.8221762\u002B00:00",
  "displayName": "IAC - INTUNE \u2013 GRANT \u2013 Device Registration from trusted location",
  "grantControls": {
    "authenticationStrength": {
      "id": "00000000-0000-0000-0000-000000000002",
      "combinationConfigurations@odata.context": "https://graph.microsoft.com/beta/$metadata#policies/conditionalAccessPolicies(\u0027dff33769-98c3-4c58-85b3-7e1e59774e6d\u0027)/grantControls/authenticationStrength/combinationConfigurations",
      "allowedCombinations": [
        "windowsHelloForBusiness",
        "fido2",
        "x509CertificateMultiFactor",
        "deviceBasedPush",
        "temporaryAccessPassOneTime",
        "temporaryAccessPassMultiUse",
        "microsoftAuthenticatorPush",
        "softwareOath",
        "hardwareOath",
        "sms",
        "voice",
        "federatedMultiFactor",
        "federatedMultiFactor",
        "federatedMultiFactor",
        "federatedSingleFactor",
        "federatedSingleFactor",
        "federatedMultiFactor"
      ],
      "combinationConfigurations": [],
      "createdDateTime": "2021-12-01T08:00:00\u002B00:00",
      "description": "Combinations of methods that satisfy strong authentication, such as a password \u002B SMS",
      "displayName": "Multifactor authentication",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"https://graph.microsoft.com/beta/$metadata#policies/conditionalAccessPolicies(\u0027dff33769-98c3-4c58-85b3-7e1e59774e6d\u0027)/grantControls/authenticationStrength/$entity"
  },
  "modifiedDateTime": "2026-01-25T17:41:10.3197401\u002B00:00",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3DCE9A26-C61D-4F9E-9F72-ED2D5099AA30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INTUNE – GRANT – Mobile Apps and Desktop Clients</a:t>
            </a:r>
          </a:p>
          <a:p>
            <a:r>
              <a:t>Portal link: https://entra.microsoft.com/#view/Microsoft_AAD_ConditionalAccess/PolicyBlade/policyId/a77f93c3-8ea1-44fe-b2f2-ff093949e8e1
</a:t>
            </a:r>
          </a:p>
          <a:p>
            <a:r>
              <a:t>{
  "id": "a77f93c3-8ea1-44fe-b2f2-ff093949e8e1",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"mobileAppsAndDesktopClients"
    ],
    "signInRiskLevels": [],
    "userRiskLevels": [],
    "users": {
      "excludeGroups": [
        "96437e0d-3d7c-4e28-b9bf-0fa68eabbff7",
        "e049decf-767b-46ac-a24e-49fda83cba05"
      ],
      "excludeRoles": [
        "d29b2b05-8046-44ba-8758-1e26182fcf32"
      ],
      "excludeUsers": [],
      "includeGroups": [],
      "includeRoles": [],
      "includeUsers": [
        "All"
      ]
    },
    "times": null
  },
  "createdDateTime": "2026-01-20T11:23:20.8348603\u002B00:00",
  "displayName": "IAC - INTUNE \u2013 GRANT \u2013 Mobile Apps and Desktop Clients",
  "grantControls": {
    "builtInControls": [
      "compliantDevice"
    ],
    "customAuthenticationFactors": [],
    "operator": "OR",
    "termsOfUse": [],
    "authenticationStrength@odata.context": "https://graph.microsoft.com/beta/$metadata#policies/conditionalAccessPolicies(\u0027a77f93c3-8ea1-44fe-b2f2-ff093949e8e1\u0027)/grantControls/authenticationStrength/$entity"
  },
  "modifiedDateTime": "2026-01-25T17:40:59.6254414\u002B00:00",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EA7331FC-FBA6-4044-8D22-A76966ED96E9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INTUNE – GRANT – Mobile Device Access Requirements</a:t>
            </a:r>
          </a:p>
          <a:p>
            <a:r>
              <a:t>Portal link: https://entra.microsoft.com/#view/Microsoft_AAD_ConditionalAccess/PolicyBlade/policyId/f4a8ac7b-4106-498a-9376-36afdf429a7f
</a:t>
            </a:r>
          </a:p>
          <a:p>
            <a:r>
              <a:t>{
  "id": "f4a8ac7b-4106-498a-9376-36afdf429a7f",
  "templateId": null,
  "deletedDateTime": null,
  "partialEnablementStrategy": null,
  "conditions": {
    "applications": {
      "excludeApplications": [
        "0000000a-0000-0000-c000-000000000000"
      ],
      "includeApplications": [
        "Office365"
      ],
      "includeAuthenticationContextClassReferences": [],
      "includeUserActions": []
    },
    "clientAppTypes": [
      "mobileAppsAndDesktopClients"
    ],
    "platforms": {
      "excludePlatforms": [],
      "includePlatforms": [
        "android",
        "iOS"
      ]
    },
    "signInRiskLevels": [],
    "userRiskLevels": [],
    "users": {
      "excludeGroups": [
        "96437e0d-3d7c-4e28-b9bf-0fa68eabbff7"
      ],
      "excludeRoles": [],
      "excludeUsers": [],
      "includeGroups": [],
      "includeRoles": [],
      "includeUsers": [
        "All"
      ]
    },
    "times": null
  },
  "createdDateTime": "2026-01-20T11:23:21.8854471\u002B00:00",
  "displayName": "IAC - INTUNE \u2013 GRANT \u2013 Mobile Device Access Requirements",
  "grantControls": {
    "builtInControls": [
      "compliantDevice",
      "compliantApplication"
    ],
    "customAuthenticationFactors": [],
    "operator": "OR",
    "termsOfUse": [],
    "authenticationStrength@odata.context": "https://graph.microsoft.com/beta/$metadata#policies/conditionalAccessPolicies(\u0027f4a8ac7b-4106-498a-9376-36afdf429a7f\u0027)/grantControls/authenticationStrength/$entity"
  },
  "modifiedDateTime": "2026-01-25T17:41:01.0930617\u002B00:00",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E99F787E-B8BD-4444-9C49-6FFC4B71EFAF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INTUNE – SESSION – Block File Downloads On Unmanaged Devices</a:t>
            </a:r>
          </a:p>
          <a:p>
            <a:r>
              <a:t>Portal link: https://entra.microsoft.com/#view/Microsoft_AAD_ConditionalAccess/PolicyBlade/policyId/76f93b1d-d34c-40aa-a10c-193c7214d3c8
</a:t>
            </a:r>
          </a:p>
          <a:p>
            <a:r>
              <a:t>{
  "id": "76f93b1d-d34c-40aa-a10c-193c7214d3c8",
  "templateId": null,
  "deletedDateTime": null,
  "partialEnablementStrategy": null,
  "conditions": {
    "applications": {
      "excludeApplications": [],
      "includeApplications": [
        "Office365"
      ],
      "includeAuthenticationContextClassReferences": [],
      "includeUserActions": []
    },
    "clientAppTypes": [
      "all"
    ],
    "devices": {
      "deviceFilter": {
        "mode": "exclude",
        "rule": "device.isCompliant -eq True -or device.trustType -eq \u0022AzureAD\u0022 -or device.trustType -eq \u0022ServerAD\u0022"
      },
      "excludeDevices": [],
      "excludeDeviceStates": [],
      "includeDevices": [],
      "includeDeviceStates": []
    },
    "locations": {
      "excludeLocations": [
        "AllTrusted"
      ],
      "includeLocations": [
        "All"
      ]
    },
    "platforms": {
      "excludePlatforms": [
        "android",
        "iOS",
        "windows",
        "macOS"
      ],
      "includePlatforms": [
        "all"
      ]
    },
    "signInRiskLevels": [],
    "userRiskLevels": [],
    "users": {
      "excludeGroups": [
        "96437e0d-3d7c-4e28-b9bf-0fa68eabbff7",
        "e049decf-767b-46ac-a24e-49fda83cba05"
      ],
      "excludeRoles": [],
      "excludeUsers": [],
      "includeGroups": [],
      "includeRoles": [],
      "includeUsers": [
        "All"
      ]
    },
    "times": null
  },
  "createdDateTime": "2026-01-20T11:23:23.9880437\u002B00:00",
  "displayName": "IAC - INTUNE \u2013 SESSION \u2013 Block File Downloads On Unmanaged Devices",
  "modifiedDateTime": "2026-01-25T17:41:02.1846123\u002B00:00",
  "sessionControls": {
    "cloudAppSecurity": {
      "isEnabled": true,
      "@odata.type": "#microsoft.graph.cloudAppSecuritySessionControl",
      "cloudAppSecurityType": "blockDownloads"
    }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BE17829A-3EF7-49D0-8F96-0C935845D4E2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INTUNE – SESSION – BYOD Persistence</a:t>
            </a:r>
          </a:p>
          <a:p>
            <a:r>
              <a:t>Portal link: https://entra.microsoft.com/#view/Microsoft_AAD_ConditionalAccess/PolicyBlade/policyId/5b4c6c9d-4960-4b1e-997f-7d155483053a
</a:t>
            </a:r>
          </a:p>
          <a:p>
            <a:r>
              <a:t>{
  "id": "5b4c6c9d-4960-4b1e-997f-7d155483053a",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"devices": {
      "deviceFilter": {
        "mode": "exclude",
        "rule": "device.isCompliant -eq True"
      },
      "excludeDevices": [],
      "excludeDeviceStates": [],
      "includeDevices": [],
      "includeDeviceStates": []
    },
    "signInRiskLevels": [],
    "userRiskLevels": [],
    "users": {
      "excludeGroups": [
        "96437e0d-3d7c-4e28-b9bf-0fa68eabbff7",
        "540a2f19-a6e6-469d-b769-77e152138d96"
      ],
      "excludeRoles": [],
      "excludeUsers": [],
      "includeGroups": [],
      "includeRoles": [],
      "includeUsers": [
        "All"
      ]
    },
    "times": null
  },
  "createdDateTime": "2026-01-20T11:23:25.328945\u002B00:00",
  "displayName": "IAC - INTUNE \u2013 SESSION \u2013 BYOD Persistence",
  "modifiedDateTime": "2026-01-25T17:41:03.1386819\u002B00:00",
  "sessionControls": {
    "persistentBrowser": {
      "isEnabled": true,
      "@odata.type": "#microsoft.graph.persistentBrowserSessionControl",
      "mode": "never"
    },
    "signInFrequency": {
      "isEnabled": true,
      "@odata.type": "#microsoft.graph.signInFrequencySessionControl",
      "authenticationType": "primaryAndSecondaryAuthentication",
      "frequencyInterval": "timeBased",
      "type": "hours",
      "value": 9
    }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72723C8B-F578-4391-9362-231E6E4E02B8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P2 - GLOBAL - BLOCK - RiskyUsers - RegisterSecurityInfoRequirements</a:t>
            </a:r>
          </a:p>
          <a:p>
            <a:r>
              <a:t>Portal link: https://entra.microsoft.com/#view/Microsoft_AAD_ConditionalAccess/PolicyBlade/policyId/f14f2321-e8b9-413f-b313-2357925e13ce
</a:t>
            </a:r>
          </a:p>
          <a:p>
            <a:r>
              <a:t>{
  "id": "f14f2321-e8b9-413f-b313-2357925e13ce",
  "templateId": null,
  "deletedDateTime": null,
  "partialEnablementStrategy": null,
  "conditions": {
    "applications": {
      "excludeApplications": [],
      "includeApplications": [],
      "includeAuthenticationContextClassReferences": [],
      "includeUserActions": [
        "urn:user:registersecurityinfo"
      ]
    },
    "clientAppTypes": [
      "all"
    ],
    "signInRiskLevels": [],
    "userRiskLevels": [
      "high",
      "medium"
    ],
    "users": {
      "excludeGroups": [
        "96437e0d-3d7c-4e28-b9bf-0fa68eabbff7"
      ],
      "excludeRoles": [],
      "excludeUsers": [],
      "includeGroups": [],
      "includeRoles": [],
      "includeUsers": [
        "All"
      ]
    },
    "times": null
  },
  "createdDateTime": "2026-01-20T11:23:26.6504682\u002B00:00",
  "displayName": "IAC - P2 - GLOBAL - BLOCK - RiskyUsers - RegisterSecurityInfoRequirements",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"https://graph.microsoft.com/beta/$metadata#policies/conditionalAccessPolicies(\u0027f14f2321-e8b9-413f-b313-2357925e13ce\u0027)/grantControls/authenticationStrength/$entity"
  },
  "modifiedDateTime": "2026-01-25T17:41:03.9247259\u002B00:00",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98AA2137-07F2-4AFD-B714-0E6EF1FDAE94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P2 - GLOBAL – GRANT – High-Risk Sign-Ins</a:t>
            </a:r>
          </a:p>
          <a:p>
            <a:r>
              <a:t>Portal link: https://entra.microsoft.com/#view/Microsoft_AAD_ConditionalAccess/PolicyBlade/policyId/80c58aa4-2fe4-42a0-983a-df2b8b8c6978
</a:t>
            </a:r>
          </a:p>
          <a:p>
            <a:r>
              <a:t>{
  "id": "80c58aa4-2fe4-42a0-983a-df2b8b8c6978",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
      "high"
    ],
    "userRiskLevels": [],
    "users": {
      "excludeGroups": [
        "96437e0d-3d7c-4e28-b9bf-0fa68eabbff7",
        "540a2f19-a6e6-469d-b769-77e152138d96"
      ],
      "excludeRoles": [],
      "excludeUsers": [],
      "includeGroups": [],
      "includeRoles": [],
      "includeUsers": [
        "All"
      ]
    },
    "times": null
  },
  "createdDateTime": "2026-01-20T11:23:29.5663502\u002B00:00",
  "displayName": "IAC - P2 - GLOBAL \u2013 GRANT \u2013 High-Risk Sign-Ins",
  "grantControls": {
    "authenticationStrength": {
      "id": "3c62472b-475e-4674-b63d-1cabdf66e656",
      "combinationConfigurations@odata.context": "https://graph.microsoft.com/beta/$metadata#policies/conditionalAccessPolicies(\u002780c58aa4-2fe4-42a0-983a-df2b8b8c6978\u0027)/grantControls/authenticationStrength/combinationConfigurations",
      "allowedCombinations": [
        "windowsHelloForBusiness",
        "fido2",
        "x509CertificateMultiFactor",
        "temporaryAccessPassOneTime",
        "temporaryAccessPassMultiUse"
      ],
      "combinationConfigurations": [],
      "createdDateTime": "2026-01-20T11:22:54.5336342\u002B00:00",
      "description": "",
      "displayName": "Modern MFA \u002B TAP",
      "modifiedDateTime": "2026-01-20T11:22:54.5336342\u002B00:00",
      "policyType": "custom",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"https://graph.microsoft.com/beta/$metadata#policies/conditionalAccessPolicies(\u002780c58aa4-2fe4-42a0-983a-df2b8b8c6978\u0027)/grantControls/authenticationStrength/$entity"
  },
  "modifiedDateTime": "2026-01-25T17:41:04.9626265\u002B00:00",
  "sessionControls": {
    "signInFrequency": {
      "isEnabled": true,
      "@odata.type": "#microsoft.graph.signInFrequencySessionControl",
      "authenticationType": "primaryAndSecondaryAuthentication",
      "frequencyInterval": "everyTime"
    }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FC061B3F-64B1-48A2-83E9-8EEE79BA700D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P2 - GLOBAL – GRANT – High-Risk Users</a:t>
            </a:r>
          </a:p>
          <a:p>
            <a:r>
              <a:t>Portal link: https://entra.microsoft.com/#view/Microsoft_AAD_ConditionalAccess/PolicyBlade/policyId/ea8a2827-e3f1-49b6-a042-766c2a692ad8
</a:t>
            </a:r>
          </a:p>
          <a:p>
            <a:r>
              <a:t>{
  "id": "ea8a2827-e3f1-49b6-a042-766c2a692ad8",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
      "high"
    ],
    "users": {
      "excludeGroups": [
        "96437e0d-3d7c-4e28-b9bf-0fa68eabbff7",
        "540a2f19-a6e6-469d-b769-77e152138d96"
      ],
      "excludeRoles": [],
      "excludeUsers": [],
      "includeGroups": [],
      "includeRoles": [],
      "includeUsers": [
        "All"
      ]
    },
    "times": null
  },
  "createdDateTime": "2026-01-20T11:23:31.3244909\u002B00:00",
  "displayName": "IAC - P2 - GLOBAL \u2013 GRANT \u2013 High-Risk Users",
  "grantControls": {
    "builtInControls": [
      "mfa",
      "passwordChange"
    ],
    "customAuthenticationFactors": [],
    "operator": "AND",
    "termsOfUse": [],
    "authenticationStrength@odata.context": "https://graph.microsoft.com/beta/$metadata#policies/conditionalAccessPolicies(\u0027ea8a2827-e3f1-49b6-a042-766c2a692ad8\u0027)/grantControls/authenticationStrength/$entity"
  },
  "modifiedDateTime": "2026-01-25T17:41:05.9648548\u002B00:00",
  "sessionControls": {
    "signInFrequency": {
      "isEnabled": true,
      "@odata.type": "#microsoft.graph.signInFrequencySessionControl",
      "authenticationType": "primaryAndSecondaryAuthentication",
      "frequencyInterval": "everyTime"
    }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9C52C9A-A8B6-426C-98F3-7A8EEC9E18C4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P2 - GLOBAL – GRANT – Medium-Risk Sign-Ins</a:t>
            </a:r>
          </a:p>
          <a:p>
            <a:r>
              <a:t>Portal link: https://entra.microsoft.com/#view/Microsoft_AAD_ConditionalAccess/PolicyBlade/policyId/1c1bd898-4011-486f-89c6-f73137df3d87
</a:t>
            </a:r>
          </a:p>
          <a:p>
            <a:r>
              <a:t>{
  "id": "1c1bd898-4011-486f-89c6-f73137df3d87",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
      "medium"
    ],
    "userRiskLevels": [],
    "users": {
      "excludeGroups": [
        "96437e0d-3d7c-4e28-b9bf-0fa68eabbff7",
        "540a2f19-a6e6-469d-b769-77e152138d96"
      ],
      "excludeRoles": [],
      "excludeUsers": [],
      "includeGroups": [],
      "includeRoles": [],
      "includeUsers": [
        "All"
      ]
    },
    "times": null
  },
  "createdDateTime": "2026-01-20T11:23:32.5078208\u002B00:00",
  "displayName": "IAC - P2 - GLOBAL \u2013 GRANT \u2013 Medium-Risk Sign-Ins",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"https://graph.microsoft.com/beta/$metadata#policies/conditionalAccessPolicies(\u00271c1bd898-4011-486f-89c6-f73137df3d87\u0027)/grantControls/authenticationStrength/$entity"
  },
  "modifiedDateTime": "2026-01-25T17:41:06.7839852\u002B00:00",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39121286-02ED-40DD-A1A3-50AEC07292A3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IAC - P2 - GLOBAL – GRANT – Medium-Risk Users</a:t>
            </a:r>
          </a:p>
          <a:p>
            <a:r>
              <a:t>Portal link: https://entra.microsoft.com/#view/Microsoft_AAD_ConditionalAccess/PolicyBlade/policyId/d1cbbdd9-ee1f-4582-9970-59560e1ff378
</a:t>
            </a:r>
          </a:p>
          <a:p>
            <a:r>
              <a:t>{
  "id": "d1cbbdd9-ee1f-4582-9970-59560e1ff378",
  "templateId": null,
  "deletedDateTime": null,
  "partialEnablementStrategy": null,
  "conditions": {
    "applications": {
      "excludeApplications": [],
      "includeApplications": [
        "None"
      ],
      "includeAuthenticationContextClassReferences": [],
      "includeUserActions": []
    },
    "clientAppTypes": [
      "all"
    ],
    "signInRiskLevels": [
      "medium"
    ],
    "userRiskLevels": [],
    "users": {
      "excludeGroups": [
        "96437e0d-3d7c-4e28-b9bf-0fa68eabbff7",
        "540a2f19-a6e6-469d-b769-77e152138d96"
      ],
      "excludeRoles": [],
      "excludeUsers": [],
      "includeGroups": [],
      "includeRoles": [],
      "includeUsers": [
        "All"
      ]
    },
    "times": null
  },
  "createdDateTime": "2026-01-20T11:23:33.6714318\u002B00:00",
  "displayName": "IAC - P2 - GLOBAL \u2013 GRANT \u2013 Medium-Risk Users",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"https://graph.microsoft.com/beta/$metadata#policies/conditionalAccessPolicies(\u0027d1cbbdd9-ee1f-4582-9970-59560e1ff378\u0027)/grantControls/authenticationStrength/$entity"
  },
  "modifiedDateTime": "2026-01-25T17:41:07.5809559\u002B00:00",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05666691-B085-4D35-B7DE-23B9AF716D51}" type="slidenum">
              <a:rPr/>
              <a:t>31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Microsoft-managed: Block legacy authentication</a:t>
            </a:r>
          </a:p>
          <a:p>
            <a:r>
              <a:t>Portal link: https://entra.microsoft.com/#view/Microsoft_AAD_ConditionalAccess/PolicyBlade/policyId/8cc3bbb7-ba17-4525-898e-470b3c91b5e0
</a:t>
            </a:r>
          </a:p>
          <a:p>
            <a:r>
              <a:t>{
  "id": "8cc3bbb7-ba17-4525-898e-470b3c91b5e0",
  "templateId": "4200930c-0da2-4e33-ca01-000000000009",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"exchangeActiveSync",
      "other"
    ],
    "signInRiskLevels": [],
    "userRiskLevels": [],
    "users": {
      "excludeGroups": [],
      "excludeRoles": [],
      "excludeUsers": [
        "a1197d08-a831-4c41-ad33-c384964d1f07"
      ],
      "includeGroups": [],
      "includeRoles": [],
      "includeUsers": [
        "All"
      ]
    },
    "times": null
  },
  "createdDateTime": "2026-01-25T17:19:40.9757187\u002B00:00",
  "displayName": "Microsoft-managed: Block legacy authentication",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"https://graph.microsoft.com/beta/$metadata#policies/conditionalAccessPolicies(\u00278cc3bbb7-ba17-4525-898e-470b3c91b5e0\u0027)/grantControls/authenticationStrength/$entity"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26D52E1D-42D1-4392-8D9F-DE788C740BC4}" type="slidenum">
              <a:rPr/>
              <a:t>32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 anchor="t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C660C-50E5-B242-B3EF-2B7C8DA67512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idpowertoys.com/" TargetMode="Externa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1.svg"/><Relationship Id="rId5" Type="http://schemas.openxmlformats.org/officeDocument/2006/relationships/image" Target="../media/image6.png"/><Relationship Id="rId10" Type="http://schemas.openxmlformats.org/officeDocument/2006/relationships/image" Target="../media/image55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0.png"/><Relationship Id="rId4" Type="http://schemas.openxmlformats.org/officeDocument/2006/relationships/image" Target="../media/image5.svg"/><Relationship Id="rId9" Type="http://schemas.openxmlformats.org/officeDocument/2006/relationships/image" Target="../media/image54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49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60.svg"/><Relationship Id="rId55" Type="http://schemas.openxmlformats.org/officeDocument/2006/relationships/image" Target="../media/image5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0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49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3.svg"/><Relationship Id="rId8" Type="http://schemas.openxmlformats.org/officeDocument/2006/relationships/image" Target="../media/image2.svg"/><Relationship Id="rId51" Type="http://schemas.openxmlformats.org/officeDocument/2006/relationships/image" Target="../media/image48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62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61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1.svg"/><Relationship Id="rId5" Type="http://schemas.openxmlformats.org/officeDocument/2006/relationships/image" Target="../media/image6.png"/><Relationship Id="rId10" Type="http://schemas.openxmlformats.org/officeDocument/2006/relationships/image" Target="../media/image55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0.png"/><Relationship Id="rId4" Type="http://schemas.openxmlformats.org/officeDocument/2006/relationships/image" Target="../media/image58.svg"/><Relationship Id="rId9" Type="http://schemas.openxmlformats.org/officeDocument/2006/relationships/image" Target="../media/image54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49.sv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62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61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62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61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60.svg"/><Relationship Id="rId55" Type="http://schemas.openxmlformats.org/officeDocument/2006/relationships/image" Target="../media/image5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0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49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3.svg"/><Relationship Id="rId8" Type="http://schemas.openxmlformats.org/officeDocument/2006/relationships/image" Target="../media/image2.svg"/><Relationship Id="rId51" Type="http://schemas.openxmlformats.org/officeDocument/2006/relationships/image" Target="../media/image48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64.svg"/><Relationship Id="rId55" Type="http://schemas.openxmlformats.org/officeDocument/2006/relationships/image" Target="../media/image5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0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49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3.svg"/><Relationship Id="rId8" Type="http://schemas.openxmlformats.org/officeDocument/2006/relationships/image" Target="../media/image2.svg"/><Relationship Id="rId51" Type="http://schemas.openxmlformats.org/officeDocument/2006/relationships/image" Target="../media/image48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60.svg"/><Relationship Id="rId55" Type="http://schemas.openxmlformats.org/officeDocument/2006/relationships/image" Target="../media/image5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0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49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3.svg"/><Relationship Id="rId8" Type="http://schemas.openxmlformats.org/officeDocument/2006/relationships/image" Target="../media/image2.svg"/><Relationship Id="rId51" Type="http://schemas.openxmlformats.org/officeDocument/2006/relationships/image" Target="../media/image48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1.svg"/><Relationship Id="rId5" Type="http://schemas.openxmlformats.org/officeDocument/2006/relationships/image" Target="../media/image6.png"/><Relationship Id="rId10" Type="http://schemas.openxmlformats.org/officeDocument/2006/relationships/image" Target="../media/image66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0.png"/><Relationship Id="rId4" Type="http://schemas.openxmlformats.org/officeDocument/2006/relationships/image" Target="../media/image58.svg"/><Relationship Id="rId9" Type="http://schemas.openxmlformats.org/officeDocument/2006/relationships/image" Target="../media/image65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49.sv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67.jp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1.svg"/><Relationship Id="rId5" Type="http://schemas.openxmlformats.org/officeDocument/2006/relationships/image" Target="../media/image6.png"/><Relationship Id="rId10" Type="http://schemas.openxmlformats.org/officeDocument/2006/relationships/image" Target="../media/image55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0.png"/><Relationship Id="rId4" Type="http://schemas.openxmlformats.org/officeDocument/2006/relationships/image" Target="../media/image58.svg"/><Relationship Id="rId9" Type="http://schemas.openxmlformats.org/officeDocument/2006/relationships/image" Target="../media/image54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49.sv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1.svg"/><Relationship Id="rId5" Type="http://schemas.openxmlformats.org/officeDocument/2006/relationships/image" Target="../media/image6.png"/><Relationship Id="rId10" Type="http://schemas.openxmlformats.org/officeDocument/2006/relationships/image" Target="../media/image55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0.png"/><Relationship Id="rId4" Type="http://schemas.openxmlformats.org/officeDocument/2006/relationships/image" Target="../media/image58.svg"/><Relationship Id="rId9" Type="http://schemas.openxmlformats.org/officeDocument/2006/relationships/image" Target="../media/image54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49.sv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26" Type="http://schemas.openxmlformats.org/officeDocument/2006/relationships/image" Target="../media/image27.svg"/><Relationship Id="rId39" Type="http://schemas.openxmlformats.org/officeDocument/2006/relationships/image" Target="../media/image38.png"/><Relationship Id="rId21" Type="http://schemas.openxmlformats.org/officeDocument/2006/relationships/image" Target="../media/image22.png"/><Relationship Id="rId34" Type="http://schemas.openxmlformats.org/officeDocument/2006/relationships/image" Target="../media/image35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7.sv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svg"/><Relationship Id="rId32" Type="http://schemas.openxmlformats.org/officeDocument/2006/relationships/image" Target="../media/image33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1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3.svg"/><Relationship Id="rId52" Type="http://schemas.openxmlformats.org/officeDocument/2006/relationships/image" Target="../media/image50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23.svg"/><Relationship Id="rId27" Type="http://schemas.openxmlformats.org/officeDocument/2006/relationships/image" Target="../media/image28.png"/><Relationship Id="rId30" Type="http://schemas.openxmlformats.org/officeDocument/2006/relationships/image" Target="../media/image31.svg"/><Relationship Id="rId35" Type="http://schemas.openxmlformats.org/officeDocument/2006/relationships/image" Target="../media/image68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49.svg"/><Relationship Id="rId3" Type="http://schemas.openxmlformats.org/officeDocument/2006/relationships/image" Target="../media/image4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21.svg"/><Relationship Id="rId41" Type="http://schemas.openxmlformats.org/officeDocument/2006/relationships/image" Target="../media/image40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svg"/><Relationship Id="rId36" Type="http://schemas.openxmlformats.org/officeDocument/2006/relationships/image" Target="../media/image69.svg"/><Relationship Id="rId49" Type="http://schemas.openxmlformats.org/officeDocument/2006/relationships/image" Target="../media/image70.jp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8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72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8.svg"/><Relationship Id="rId9" Type="http://schemas.openxmlformats.org/officeDocument/2006/relationships/image" Target="../media/image71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57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2.svg"/><Relationship Id="rId51" Type="http://schemas.openxmlformats.org/officeDocument/2006/relationships/image" Target="../media/image50.pn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>
            <a:spLocks noChangeAspect="1"/>
          </p:cNvSpPr>
          <p:nvPr/>
        </p:nvSpPr>
        <p:spPr bwMode="white"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94092" y="640615"/>
            <a:ext cx="4284397" cy="5576770"/>
          </a:xfrm>
          <a:ln>
            <a:headEnd type="none"/>
            <a:tailEnd type="none"/>
          </a:ln>
        </p:spPr>
        <p:txBody>
          <a:bodyPr wrap="square" anchor="ctr">
            <a:normAutofit/>
          </a:bodyPr>
          <a:lstStyle/>
          <a:p>
            <a:pPr defTabSz="914400"/>
            <a:r>
              <a:rPr lang="en-US" sz="5100" dirty="0">
                <a:solidFill>
                  <a:schemeClr val="bg1"/>
                </a:solidFill>
              </a:rPr>
              <a:t>Conditional Access Policy Documentation</a:t>
            </a:r>
          </a:p>
        </p:txBody>
      </p:sp>
      <p:sp>
        <p:nvSpPr>
          <p:cNvPr id="15" name="Rectangle 9"/>
          <p:cNvSpPr>
            <a:spLocks noChangeAspect="1"/>
          </p:cNvSpPr>
          <p:nvPr/>
        </p:nvSpPr>
        <p:spPr bwMode="white"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white">
          <a:xfrm>
            <a:off x="6437779" y="3893802"/>
            <a:ext cx="10741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AU" dirty="0"/>
              <a:t>Tenant ID</a:t>
            </a:r>
            <a:endParaRPr lang="en-US" dirty="0"/>
          </a:p>
        </p:txBody>
      </p:sp>
      <p:sp>
        <p:nvSpPr>
          <p:cNvPr id="12" name="TenantId"/>
          <p:cNvSpPr txBox="1">
            <a:spLocks noChangeArrowheads="1"/>
          </p:cNvSpPr>
          <p:nvPr/>
        </p:nvSpPr>
        <p:spPr bwMode="white">
          <a:xfrm>
            <a:off x="6739464" y="4202718"/>
            <a:ext cx="5184715" cy="42063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/>
            <a:r>
              <a:rPr lang="en-US" sz="1800" b="1" dirty="0"/>
              <a:t>A Tenant ID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white">
          <a:xfrm>
            <a:off x="6437779" y="4510100"/>
            <a:ext cx="1433213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AU" dirty="0"/>
              <a:t>Tenant Name</a:t>
            </a:r>
            <a:endParaRPr lang="en-US" dirty="0"/>
          </a:p>
        </p:txBody>
      </p:sp>
      <p:sp>
        <p:nvSpPr>
          <p:cNvPr id="10" name="TenantName"/>
          <p:cNvSpPr txBox="1">
            <a:spLocks noChangeArrowheads="1"/>
          </p:cNvSpPr>
          <p:nvPr/>
        </p:nvSpPr>
        <p:spPr bwMode="white">
          <a:xfrm>
            <a:off x="6739464" y="4819016"/>
            <a:ext cx="5184715" cy="42063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/>
            <a:r>
              <a:rPr lang="en-US" sz="1800" b="1" dirty="0"/>
              <a:t>ACME Corp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white">
          <a:xfrm>
            <a:off x="6414439" y="5145985"/>
            <a:ext cx="1456553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AU" dirty="0"/>
              <a:t>Generated by</a:t>
            </a:r>
            <a:endParaRPr lang="en-US" dirty="0"/>
          </a:p>
        </p:txBody>
      </p:sp>
      <p:sp>
        <p:nvSpPr>
          <p:cNvPr id="6" name="GeneratedBy"/>
          <p:cNvSpPr txBox="1">
            <a:spLocks noChangeArrowheads="1"/>
          </p:cNvSpPr>
          <p:nvPr/>
        </p:nvSpPr>
        <p:spPr bwMode="white">
          <a:xfrm>
            <a:off x="6716124" y="5438928"/>
            <a:ext cx="5184715" cy="42063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/>
            <a:r>
              <a:rPr lang="en-US" sz="1800" b="1" dirty="0"/>
              <a:t>Jon Hope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white">
          <a:xfrm>
            <a:off x="6437779" y="5788498"/>
            <a:ext cx="1475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AU" dirty="0"/>
              <a:t>Generated on</a:t>
            </a:r>
            <a:endParaRPr lang="en-US" dirty="0"/>
          </a:p>
        </p:txBody>
      </p:sp>
      <p:sp>
        <p:nvSpPr>
          <p:cNvPr id="3" name="GenerationDate"/>
          <p:cNvSpPr>
            <a:spLocks noGrp="1"/>
          </p:cNvSpPr>
          <p:nvPr>
            <p:ph type="subTitle" idx="1"/>
          </p:nvPr>
        </p:nvSpPr>
        <p:spPr bwMode="white">
          <a:xfrm>
            <a:off x="6739464" y="6078070"/>
            <a:ext cx="5184715" cy="420637"/>
          </a:xfrm>
          <a:ln>
            <a:headEnd type="none"/>
            <a:tailEnd type="none"/>
          </a:ln>
        </p:spPr>
        <p:txBody>
          <a:bodyPr wrap="square" anchor="ctr">
            <a:normAutofit/>
          </a:bodyPr>
          <a:lstStyle/>
          <a:p>
            <a:pPr algn="l" defTabSz="914400"/>
            <a:r>
              <a:rPr lang="en-US" sz="1800" b="1" dirty="0"/>
              <a:t>27 Jan 2026</a:t>
            </a:r>
          </a:p>
        </p:txBody>
      </p:sp>
      <p:pic>
        <p:nvPicPr>
          <p:cNvPr id="16" name="Graphic 15"/>
          <p:cNvPicPr>
            <a:picLocks noChangeAspect="1"/>
          </p:cNvPicPr>
          <p:nvPr/>
        </p:nvPicPr>
        <p:blipFill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2225576" y="570682"/>
            <a:ext cx="1421431" cy="1421431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TextBox 3"/>
          <p:cNvSpPr txBox="1">
            <a:spLocks noChangeArrowheads="1"/>
          </p:cNvSpPr>
          <p:nvPr/>
        </p:nvSpPr>
        <p:spPr bwMode="white">
          <a:xfrm>
            <a:off x="310122" y="6539219"/>
            <a:ext cx="1154483" cy="253916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AU" sz="1050" dirty="0">
                <a:solidFill>
                  <a:schemeClr val="bg1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idPowerToys.com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9" name="Picture 8" descr="A picture containing vector graphics&#10;&#10;Description automatically generated"/>
          <p:cNvPicPr>
            <a:picLocks noChangeAspect="1"/>
          </p:cNvPicPr>
          <p:nvPr/>
        </p:nvPicPr>
        <p:blipFill>
          <a:blip r:embed="rId5">
            <a:lum/>
          </a:blip>
          <a:srcRect/>
          <a:stretch>
            <a:fillRect/>
          </a:stretch>
        </p:blipFill>
        <p:spPr bwMode="white">
          <a:xfrm>
            <a:off x="126203" y="6553200"/>
            <a:ext cx="206902" cy="206902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CA-GlobalExclusions (0)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MOD Administrator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GLOBAL - BLOCK - Authentication Transfer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GLOBAL - BLOCK - Device Code Auth Flow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Exchange ActiveSync clients</a:t>
            </a:r>
          </a:p>
          <a:p>
            <a:pPr defTabSz="457200">
              <a:defRPr sz="1100" dirty="0"/>
            </a:pPr>
            <a:r>
              <a:t> - Other legacy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GLOBAL – BLOCK - Legacy Authentication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CA-TravelingUsers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IAC - AllowedCountries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GLOBAL – BLOCK – Countries not Allowed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IAC - Blocked Countries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GLOBAL – BLOCK – Countries not Allowed - NoExclusions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Jon Hope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Office 365</a:t>
            </a:r>
          </a:p>
        </p:txBody>
      </p:sp>
      <p:pic>
        <p:nvPicPr>
          <p:cNvPr id="50" name="IconAccessOffice365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22" name="PicAccessOffice365" descr="Graphical user interface, application&#10;&#10;Description automatically generated"/>
          <p:cNvPicPr>
            <a:picLocks noChangeAspect="1"/>
          </p:cNvPicPr>
          <p:nvPr/>
        </p:nvPicPr>
        <p:blipFill>
          <a:blip r:embed="rId49">
            <a:lum/>
          </a:blip>
          <a:srcRect/>
          <a:stretch>
            <a:fillRect/>
          </a:stretch>
        </p:blipFill>
        <p:spPr bwMode="white">
          <a:xfrm>
            <a:off x="6673101" y="3457952"/>
            <a:ext cx="2328560" cy="349854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O365 - BLOCK - Non Working Hours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Directory Synchronization Accounts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Multifactor authentication for Microsoft partners and vendors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Billing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Authentication Administrator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Password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Compliance Administrator</a:t>
            </a:r>
          </a:p>
          <a:p>
            <a:pPr defTabSz="457200">
              <a:defRPr sz="1100" dirty="0"/>
            </a:pPr>
            <a:r>
              <a:t> - Compliance Data Administrator</a:t>
            </a:r>
          </a:p>
          <a:p>
            <a:pPr defTabSz="457200">
              <a:defRPr sz="1100" dirty="0"/>
            </a:pPr>
            <a:r>
              <a:t> - Intune Administrator</a:t>
            </a:r>
          </a:p>
          <a:p>
            <a:pPr defTabSz="457200">
              <a:defRPr sz="1100" dirty="0"/>
            </a:pPr>
            <a:r>
              <a:t> - Dynamics 365 Administrator</a:t>
            </a:r>
          </a:p>
          <a:p>
            <a:pPr defTabSz="457200">
              <a:defRPr sz="1100" dirty="0"/>
            </a:pPr>
            <a:r>
              <a:t> - Power Platform Administrator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MOD Administrator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5">
            <a:lum/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Microsoft-managed: Require phishing-resistant multifactor authentication for admins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CA-ServiceAccounts (0)</a:t>
            </a:r>
          </a:p>
          <a:p>
            <a:pPr defTabSz="457200">
              <a:defRPr sz="1100" dirty="0"/>
            </a:pPr>
            <a:r>
              <a:t> - CA-GlobalExclusions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AllTrusted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Office 365 SharePoint Online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Selected cloud apps</a:t>
            </a:r>
          </a:p>
        </p:txBody>
      </p:sp>
      <p:pic>
        <p:nvPicPr>
          <p:cNvPr id="54" name="IconAccessSelected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79318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APP - BLOCK - SharePoint-OneDrive-NonTrustedLocations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CA-GlobalExclusions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dirty="0"/>
            </a:pPr>
            <a:r>
              <a:t> - 💻 macOS</a:t>
            </a:r>
          </a:p>
          <a:p>
            <a:pPr defTabSz="457200">
              <a:defRPr sz="1100" dirty="0"/>
            </a:pPr>
            <a:r>
              <a:t> - 💻 Linux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Browser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Exclude when</a:t>
            </a:r>
          </a:p>
          <a:p>
            <a:pPr defTabSz="457200">
              <a:defRPr sz="1100" dirty="0"/>
            </a:pPr>
            <a:r>
              <a:t>device.isCompliant -eq True -and device.trustType -eq "ServerAD"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Office 365</a:t>
            </a:r>
          </a:p>
        </p:txBody>
      </p:sp>
      <p:pic>
        <p:nvPicPr>
          <p:cNvPr id="50" name="IconAccessOffice365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22" name="PicAccessOffice365" descr="Graphical user interface, application&#10;&#10;Description automatically generated"/>
          <p:cNvPicPr>
            <a:picLocks noChangeAspect="1"/>
          </p:cNvPicPr>
          <p:nvPr/>
        </p:nvPicPr>
        <p:blipFill>
          <a:blip r:embed="rId49">
            <a:lum/>
          </a:blip>
          <a:srcRect/>
          <a:stretch>
            <a:fillRect/>
          </a:stretch>
        </p:blipFill>
        <p:spPr bwMode="white">
          <a:xfrm>
            <a:off x="6673101" y="3457952"/>
            <a:ext cx="2328560" cy="349854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APP - SESSION - O365 - Timeoutsettings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CA-ServiceAccounts (0)</a:t>
            </a:r>
          </a:p>
          <a:p>
            <a:pPr defTabSz="457200">
              <a:defRPr sz="1100" dirty="0"/>
            </a:pPr>
            <a:r>
              <a:t> - CA-Azure-DevOps-Users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Windows 365</a:t>
            </a:r>
          </a:p>
          <a:p>
            <a:pPr defTabSz="457200">
              <a:defRPr sz="1100" dirty="0"/>
            </a:pPr>
            <a:r>
              <a:t> - Azure Virtual Desktop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Selected cloud apps</a:t>
            </a:r>
          </a:p>
        </p:txBody>
      </p:sp>
      <p:pic>
        <p:nvPicPr>
          <p:cNvPr id="54" name="IconAccessSelected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79318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APP – BLOCK – AVD - Exclude - AllowedAVDUsers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CA-ServiceAccounts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AllTrusted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Windows 365</a:t>
            </a:r>
          </a:p>
          <a:p>
            <a:pPr defTabSz="457200">
              <a:defRPr sz="1100" dirty="0"/>
            </a:pPr>
            <a:r>
              <a:t> - Azure Virtual Desktop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Selected cloud apps</a:t>
            </a:r>
          </a:p>
        </p:txBody>
      </p:sp>
      <p:pic>
        <p:nvPicPr>
          <p:cNvPr id="54" name="IconAccessSelected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79318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APP – BLOCK – AVD - NonTrustedLocations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dirty="0"/>
            </a:pPr>
            <a:r>
              <a:t> - 💻 Windows</a:t>
            </a:r>
          </a:p>
          <a:p>
            <a:pPr defTabSz="457200">
              <a:defRPr sz="1100" dirty="0"/>
            </a:pPr>
            <a:r>
              <a:t> - 💻 macOS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GLOBAL - BLOCK - Unsupported Device Platforms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Authentication Administrator</a:t>
            </a:r>
          </a:p>
          <a:p>
            <a:pPr defTabSz="457200">
              <a:defRPr sz="1100" dirty="0"/>
            </a:pPr>
            <a:r>
              <a:t> - Billing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Password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MOD Administrator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5">
            <a:lum/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GLOBAL - GRANT - MFA - AllAdmins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Guest or external users</a:t>
            </a:r>
          </a:p>
          <a:p>
            <a:pPr defTabSz="457200">
              <a:defRPr sz="1100" b="1" dirty="0"/>
            </a:pPr>
            <a:r>
              <a:t>  All external Azure AD organizations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CA-GuestExclusions (0)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3" name="IconAssignedToGuest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2390750" y="2724875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5">
            <a:lum/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GLOBAL - GRANT - MFA - External-Guest-Users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Deleted group 8782...aac4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CA-GlobalExclusions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IAC - Trusted Locations (IP)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GLOBAL – BLOCK – Service Accounts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Authentication Policy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Compliance Administrator</a:t>
            </a:r>
          </a:p>
          <a:p>
            <a:pPr defTabSz="457200">
              <a:defRPr sz="1100" dirty="0"/>
            </a:pPr>
            <a:r>
              <a:t> - Compliance Data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Hybrid Identity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Browser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1 hour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Never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5">
            <a:lum/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GLOBAL – SESSION – Admin Persistence (1 Hours)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Browser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12 hours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Never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GLOBAL – SESSION – All Users Persistence (9-12 Hours)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CA-DeviceExclusions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Exclude when</a:t>
            </a:r>
          </a:p>
          <a:p>
            <a:pPr defTabSz="457200">
              <a:defRPr sz="1100" dirty="0"/>
            </a:pPr>
            <a:r>
              <a:t>device.isCompliant -eq True -and device.trustType -eq "ServerAD" -or device.trustType -eq "AzureAD"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INTUNE - BLOCK - RequireCompliantDevice - NonTrustedLocations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CA-DeviceExclusions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AllTrusted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AllTrusted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sp>
        <p:nvSpPr>
          <p:cNvPr id="68" name="GrantRequireLabel"/>
          <p:cNvSpPr txBox="1">
            <a:spLocks noChangeArrowheads="1"/>
          </p:cNvSpPr>
          <p:nvPr/>
        </p:nvSpPr>
        <p:spPr bwMode="white">
          <a:xfrm>
            <a:off x="4775511" y="3240533"/>
            <a:ext cx="885943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cap="small" dirty="0">
                <a:solidFill>
                  <a:schemeClr val="bg2"/>
                </a:solidFill>
              </a:rPr>
              <a:t>Require ONE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INTUNE - GRANT - RequireCompliantDevice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CA-DeviceExclusions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Register or join devices </a:t>
            </a:r>
          </a:p>
        </p:txBody>
      </p:sp>
      <p:pic>
        <p:nvPicPr>
          <p:cNvPr id="51" name="IconAccessRegisterOrJoinDevice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51371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strength:Multifactor authentication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25" name="PicAccessRegisterDevice" descr="Graphical user interface, application&#10;&#10;Description automatically generated"/>
          <p:cNvPicPr>
            <a:picLocks noChangeAspect="1"/>
          </p:cNvPicPr>
          <p:nvPr/>
        </p:nvPicPr>
        <p:blipFill>
          <a:blip r:embed="rId49">
            <a:lum/>
          </a:blip>
          <a:srcRect r="4400" b="6054"/>
          <a:stretch>
            <a:fillRect/>
          </a:stretch>
        </p:blipFill>
        <p:spPr bwMode="white">
          <a:xfrm>
            <a:off x="5896533" y="3744401"/>
            <a:ext cx="3874103" cy="216309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INTUNE – GRANT – Device Registration from trusted location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Directory Synchronization Accounts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CA-DeviceExclusions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Mobile app and desktop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INTUNE – GRANT – Mobile Apps and Desktop Clients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Mobile app and desktop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Office 365</a:t>
            </a:r>
          </a:p>
        </p:txBody>
      </p:sp>
      <p:pic>
        <p:nvPicPr>
          <p:cNvPr id="50" name="IconAccessOffice365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sp>
        <p:nvSpPr>
          <p:cNvPr id="68" name="GrantRequireLabel"/>
          <p:cNvSpPr txBox="1">
            <a:spLocks noChangeArrowheads="1"/>
          </p:cNvSpPr>
          <p:nvPr/>
        </p:nvSpPr>
        <p:spPr bwMode="white">
          <a:xfrm>
            <a:off x="4775511" y="3240533"/>
            <a:ext cx="885943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cap="small" dirty="0">
                <a:solidFill>
                  <a:schemeClr val="bg2"/>
                </a:solidFill>
              </a:rPr>
              <a:t>Require ONE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22" name="PicAccessOffice365" descr="Graphical user interface, application&#10;&#10;Description automatically generated"/>
          <p:cNvPicPr>
            <a:picLocks noChangeAspect="1"/>
          </p:cNvPicPr>
          <p:nvPr/>
        </p:nvPicPr>
        <p:blipFill>
          <a:blip r:embed="rId49">
            <a:lum/>
          </a:blip>
          <a:srcRect/>
          <a:stretch>
            <a:fillRect/>
          </a:stretch>
        </p:blipFill>
        <p:spPr bwMode="white">
          <a:xfrm>
            <a:off x="6673101" y="3457952"/>
            <a:ext cx="2328560" cy="349854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INTUNE – GRANT – Mobile Device Access Requirements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CA-DeviceExclusions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dirty="0"/>
            </a:pPr>
            <a:r>
              <a:t> - 💻 Windows</a:t>
            </a:r>
          </a:p>
          <a:p>
            <a:pPr defTabSz="457200">
              <a:defRPr sz="1100" dirty="0"/>
            </a:pPr>
            <a:r>
              <a:t> - 💻 macOS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AllTrusted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Exclude when</a:t>
            </a:r>
          </a:p>
          <a:p>
            <a:pPr defTabSz="457200">
              <a:defRPr sz="1100" dirty="0"/>
            </a:pPr>
            <a:r>
              <a:t>device.isCompliant -eq True -or device.trustType -eq "AzureAD" -or device.trustType -eq "ServerAD"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Office 365</a:t>
            </a:r>
          </a:p>
        </p:txBody>
      </p:sp>
      <p:pic>
        <p:nvPicPr>
          <p:cNvPr id="50" name="IconAccessOffice365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Block downloads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22" name="PicAccessOffice365" descr="Graphical user interface, application&#10;&#10;Description automatically generated"/>
          <p:cNvPicPr>
            <a:picLocks noChangeAspect="1"/>
          </p:cNvPicPr>
          <p:nvPr/>
        </p:nvPicPr>
        <p:blipFill>
          <a:blip r:embed="rId49">
            <a:lum/>
          </a:blip>
          <a:srcRect/>
          <a:stretch>
            <a:fillRect/>
          </a:stretch>
        </p:blipFill>
        <p:spPr bwMode="white">
          <a:xfrm>
            <a:off x="6673101" y="3457952"/>
            <a:ext cx="2328560" cy="349854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INTUNE – SESSION – Block File Downloads On Unmanaged Devices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CA-GlobalExclusions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Exclude when</a:t>
            </a:r>
          </a:p>
          <a:p>
            <a:pPr defTabSz="457200">
              <a:defRPr sz="1100" dirty="0"/>
            </a:pPr>
            <a:r>
              <a:t>device.isCompliant -eq True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9 hours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Never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INTUNE – SESSION – BYOD Persistence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User risk:</a:t>
            </a:r>
          </a:p>
          <a:p>
            <a:pPr defTabSz="457200">
              <a:defRPr sz="1100" dirty="0"/>
            </a:pPr>
            <a:r>
              <a:t> - High</a:t>
            </a:r>
          </a:p>
          <a:p>
            <a:pPr defTabSz="457200">
              <a:defRPr sz="1100" dirty="0"/>
            </a:pPr>
            <a:r>
              <a:t> - Medium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Register security information</a:t>
            </a:r>
          </a:p>
        </p:txBody>
      </p:sp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9"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19"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69" name="IconAccessMySecurityInfo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6451371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61" name="PicAccessSecurityInfo" descr="Graphical user interface, text, application, email&#10;&#10;Description automatically generated"/>
          <p:cNvPicPr>
            <a:picLocks noChangeAspect="1"/>
          </p:cNvPicPr>
          <p:nvPr/>
        </p:nvPicPr>
        <p:blipFill>
          <a:blip r:embed="rId49">
            <a:lum/>
          </a:blip>
          <a:srcRect/>
          <a:stretch>
            <a:fillRect/>
          </a:stretch>
        </p:blipFill>
        <p:spPr bwMode="white">
          <a:xfrm>
            <a:off x="6019248" y="3736425"/>
            <a:ext cx="3673090" cy="209417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P2 - GLOBAL - BLOCK - RiskyUsers - RegisterSecurityInfoRequirements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CA-GlobalExclusions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Sign-in risk:</a:t>
            </a:r>
          </a:p>
          <a:p>
            <a:pPr defTabSz="457200">
              <a:defRPr sz="1100" dirty="0"/>
            </a:pPr>
            <a:r>
              <a:t> - High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strength:Modern MFA + TAP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Every time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P2 - GLOBAL – GRANT – High-Risk Sign-Ins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CA-GlobalExclusions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User risk:</a:t>
            </a:r>
          </a:p>
          <a:p>
            <a:pPr defTabSz="457200">
              <a:defRPr sz="1100" dirty="0"/>
            </a:pPr>
            <a:r>
              <a:t> - High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sp>
        <p:nvSpPr>
          <p:cNvPr id="68" name="GrantRequireLabel"/>
          <p:cNvSpPr txBox="1">
            <a:spLocks noChangeArrowheads="1"/>
          </p:cNvSpPr>
          <p:nvPr/>
        </p:nvSpPr>
        <p:spPr bwMode="white">
          <a:xfrm>
            <a:off x="4775511" y="3240533"/>
            <a:ext cx="885943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cap="small" dirty="0">
                <a:solidFill>
                  <a:schemeClr val="bg2"/>
                </a:solidFill>
              </a:rPr>
              <a:t>Require ALL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Every time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P2 - GLOBAL – GRANT – High-Risk Users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CA-GlobalExclusions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Sign-in risk:</a:t>
            </a:r>
          </a:p>
          <a:p>
            <a:pPr defTabSz="457200">
              <a:defRPr sz="1100" dirty="0"/>
            </a:pPr>
            <a:r>
              <a:t> - Medium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P2 - GLOBAL – GRANT – Medium-Risk Sign-Ins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Azure-Breakglass (1)</a:t>
            </a:r>
          </a:p>
          <a:p>
            <a:pPr defTabSz="457200">
              <a:defRPr sz="1100" dirty="0"/>
            </a:pPr>
            <a:r>
              <a:t> - CA-GlobalExclusions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Sign-in risk:</a:t>
            </a:r>
          </a:p>
          <a:p>
            <a:pPr defTabSz="457200">
              <a:defRPr sz="1100" dirty="0"/>
            </a:pPr>
            <a:r>
              <a:t> - Medium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Azure Active Directory</a:t>
            </a:r>
          </a:p>
        </p:txBody>
      </p:sp>
      <p:pic>
        <p:nvPicPr>
          <p:cNvPr id="41" name="IconAccessAzureAD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73980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IAC - P2 - GLOBAL – GRANT – Medium-Risk Users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MOD Administrator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Exchange ActiveSync clients</a:t>
            </a:r>
          </a:p>
          <a:p>
            <a:pPr defTabSz="457200">
              <a:defRPr sz="1100" dirty="0"/>
            </a:pPr>
            <a:r>
              <a:t> - Other legacy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Microsoft-managed: Block legacy authentication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2026-01-25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4158</TotalTime>
  <Pages>0</Pages>
  <Words>17001</Words>
  <Characters>0</Characters>
  <Application>Microsoft Macintosh PowerPoint</Application>
  <PresentationFormat>Widescreen</PresentationFormat>
  <Lines>0</Lines>
  <Paragraphs>1775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Slipstream</vt:lpstr>
      <vt:lpstr>Conditional Access Policy Documentation</vt:lpstr>
      <vt:lpstr>IAC - GLOBAL - BLOCK - Authentication Transfer</vt:lpstr>
      <vt:lpstr>IAC - GLOBAL - BLOCK - Device Code Auth Flow</vt:lpstr>
      <vt:lpstr>IAC - GLOBAL – BLOCK - Legacy Authentication</vt:lpstr>
      <vt:lpstr>IAC - GLOBAL – BLOCK – Countries not Allowed</vt:lpstr>
      <vt:lpstr>IAC - GLOBAL – BLOCK – Countries not Allowed - NoExclusions</vt:lpstr>
      <vt:lpstr>IAC - O365 - BLOCK - Non Working Hours</vt:lpstr>
      <vt:lpstr>Multifactor authentication for Microsoft partners and vendors</vt:lpstr>
      <vt:lpstr>Microsoft-managed: Require phishing-resistant multifactor authentication for admins</vt:lpstr>
      <vt:lpstr>IAC - APP - BLOCK - SharePoint-OneDrive-NonTrustedLocations</vt:lpstr>
      <vt:lpstr>IAC - APP - SESSION - O365 - Timeoutsettings</vt:lpstr>
      <vt:lpstr>IAC - APP – BLOCK – AVD - Exclude - AllowedAVDUsers</vt:lpstr>
      <vt:lpstr>IAC - APP – BLOCK – AVD - NonTrustedLocations</vt:lpstr>
      <vt:lpstr>IAC - GLOBAL - BLOCK - Unsupported Device Platforms</vt:lpstr>
      <vt:lpstr>IAC - GLOBAL - GRANT - MFA - AllAdmins</vt:lpstr>
      <vt:lpstr>IAC - GLOBAL - GRANT - MFA - External-Guest-Users</vt:lpstr>
      <vt:lpstr>IAC - GLOBAL – BLOCK – Service Accounts</vt:lpstr>
      <vt:lpstr>IAC - GLOBAL – SESSION – Admin Persistence (1 Hours)</vt:lpstr>
      <vt:lpstr>IAC - GLOBAL – SESSION – All Users Persistence (9-12 Hours)</vt:lpstr>
      <vt:lpstr>IAC - INTUNE - BLOCK - RequireCompliantDevice - NonTrustedLocations</vt:lpstr>
      <vt:lpstr>IAC - INTUNE - GRANT - RequireCompliantDevice</vt:lpstr>
      <vt:lpstr>IAC - INTUNE – GRANT – Device Registration from trusted location</vt:lpstr>
      <vt:lpstr>IAC - INTUNE – GRANT – Mobile Apps and Desktop Clients</vt:lpstr>
      <vt:lpstr>IAC - INTUNE – GRANT – Mobile Device Access Requirements</vt:lpstr>
      <vt:lpstr>IAC - INTUNE – SESSION – Block File Downloads On Unmanaged Devices</vt:lpstr>
      <vt:lpstr>IAC - INTUNE – SESSION – BYOD Persistence</vt:lpstr>
      <vt:lpstr>IAC - P2 - GLOBAL - BLOCK - RiskyUsers - RegisterSecurityInfoRequirements</vt:lpstr>
      <vt:lpstr>IAC - P2 - GLOBAL – GRANT – High-Risk Sign-Ins</vt:lpstr>
      <vt:lpstr>IAC - P2 - GLOBAL – GRANT – High-Risk Users</vt:lpstr>
      <vt:lpstr>IAC - P2 - GLOBAL – GRANT – Medium-Risk Sign-Ins</vt:lpstr>
      <vt:lpstr>IAC - P2 - GLOBAL – GRANT – Medium-Risk Users</vt:lpstr>
      <vt:lpstr>Microsoft-managed: Block legacy authentication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Access Policy Documentation</dc:title>
  <dc:subject>Conditional Access</dc:subject>
  <dc:creator>Merill Fernando (HE/HIM)</dc:creator>
  <cp:lastModifiedBy>Jon Hope</cp:lastModifiedBy>
  <cp:revision>388</cp:revision>
  <dcterms:created xsi:type="dcterms:W3CDTF">2022-02-27T10:26:08Z</dcterms:created>
  <dcterms:modified xsi:type="dcterms:W3CDTF">2026-01-27T14:55:50Z</dcterms:modified>
</cp:coreProperties>
</file>