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3.xml" ContentType="application/vnd.openxmlformats-officedocument.presentationml.notesSlide+xml"/>
  <Override PartName="/ppt/slideLayouts/slideLayout11.xml" ContentType="application/vnd.openxmlformats-officedocument.presentationml.slideLayout+xml"/>
  <Override PartName="/ppt/theme/theme3.xml" ContentType="application/vnd.openxmlformats-officedocument.theme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</Types>
</file>

<file path=_rels/.rels>&#65279;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5" Type="http://schemas.microsoft.com/office/2020/02/relationships/classificationlabels" Target="docMetadata/LabelInfo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08" r:id="rId1"/>
  </p:sldMasterIdLst>
  <p:notesMasterIdLst>
    <p:notesMasterId id="" r:id="rId8"/>
  </p:notesMasterIdLst>
  <p:sldIdLst>
    <p:sldId id="260" r:id="rId3"/>
    <p:sldId id="274" r:id="rId9"/>
    <p:sldId id="275" r:id="rId10"/>
    <p:sldId id="276" r:id="rId11"/>
    <p:sldId id="277" r:id="rId12"/>
    <p:sldId id="278" r:id="rId13"/>
    <p:sldId id="279" r:id="rId14"/>
    <p:sldId id="280" r:id="rId15"/>
    <p:sldId id="281" r:id="rId16"/>
    <p:sldId id="282" r:id="rId17"/>
    <p:sldId id="283" r:id="rId18"/>
    <p:sldId id="284" r:id="rId19"/>
    <p:sldId id="285" r:id="rId20"/>
    <p:sldId id="286" r:id="rId21"/>
    <p:sldId id="287" r:id="rId22"/>
    <p:sldId id="288" r:id="rId23"/>
    <p:sldId id="289" r:id="rId24"/>
    <p:sldId id="290" r:id="rId25"/>
    <p:sldId id="291" r:id="rId26"/>
    <p:sldId id="292" r:id="rId27"/>
    <p:sldId id="293" r:id="rId28"/>
    <p:sldId id="294" r:id="rId29"/>
    <p:sldId id="295" r:id="rId30"/>
    <p:sldId id="296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</p:sldIdLst>
  <p:sldSz cx="12192000" cy="6858000" type="custom"/>
  <p:notesSz cx="6858000" cy="9144000"/>
  <p:defaultTextStyle>
    <a:defPPr defTabSz="457200">
      <a:defRPr lang="en-US" dirty="0"/>
    </a:defPPr>
    <a:lvl1pPr marL="0" rtl="0" algn="l" defTabSz="457200">
      <a:defRPr sz="1800" kern="1200" dirty="0">
        <a:solidFill>
          <a:schemeClr val="tx1"/>
        </a:solidFill>
        <a:latin typeface="+mn-lt"/>
        <a:ea typeface="+mn-ea"/>
        <a:cs typeface="+mn-cs"/>
      </a:defRPr>
    </a:lvl1pPr>
    <a:lvl2pPr marL="457200" rtl="0" algn="l" defTabSz="457200">
      <a:defRPr sz="1800" kern="1200" dirty="0">
        <a:solidFill>
          <a:schemeClr val="tx1"/>
        </a:solidFill>
        <a:latin typeface="+mn-lt"/>
        <a:ea typeface="+mn-ea"/>
        <a:cs typeface="+mn-cs"/>
      </a:defRPr>
    </a:lvl2pPr>
    <a:lvl3pPr marL="914400" rtl="0" algn="l" defTabSz="457200">
      <a:defRPr sz="1800" kern="1200" dirty="0">
        <a:solidFill>
          <a:schemeClr val="tx1"/>
        </a:solidFill>
        <a:latin typeface="+mn-lt"/>
        <a:ea typeface="+mn-ea"/>
        <a:cs typeface="+mn-cs"/>
      </a:defRPr>
    </a:lvl3pPr>
    <a:lvl4pPr marL="1371600" rtl="0" algn="l" defTabSz="457200">
      <a:defRPr sz="1800" kern="1200" dirty="0">
        <a:solidFill>
          <a:schemeClr val="tx1"/>
        </a:solidFill>
        <a:latin typeface="+mn-lt"/>
        <a:ea typeface="+mn-ea"/>
        <a:cs typeface="+mn-cs"/>
      </a:defRPr>
    </a:lvl4pPr>
    <a:lvl5pPr marL="1828800" rtl="0" algn="l" defTabSz="457200">
      <a:defRPr sz="1800" kern="1200" dirty="0">
        <a:solidFill>
          <a:schemeClr val="tx1"/>
        </a:solidFill>
        <a:latin typeface="+mn-lt"/>
        <a:ea typeface="+mn-ea"/>
        <a:cs typeface="+mn-cs"/>
      </a:defRPr>
    </a:lvl5pPr>
    <a:lvl6pPr marL="2286000" rtl="0" algn="l" defTabSz="457200">
      <a:defRPr sz="1800" kern="1200" dirty="0">
        <a:solidFill>
          <a:schemeClr val="tx1"/>
        </a:solidFill>
        <a:latin typeface="+mn-lt"/>
        <a:ea typeface="+mn-ea"/>
        <a:cs typeface="+mn-cs"/>
      </a:defRPr>
    </a:lvl6pPr>
    <a:lvl7pPr marL="2743200" rtl="0" algn="l" defTabSz="457200">
      <a:defRPr sz="1800" kern="1200" dirty="0">
        <a:solidFill>
          <a:schemeClr val="tx1"/>
        </a:solidFill>
        <a:latin typeface="+mn-lt"/>
        <a:ea typeface="+mn-ea"/>
        <a:cs typeface="+mn-cs"/>
      </a:defRPr>
    </a:lvl7pPr>
    <a:lvl8pPr marL="3200400" rtl="0" algn="l" defTabSz="457200">
      <a:defRPr sz="1800" kern="1200" dirty="0">
        <a:solidFill>
          <a:schemeClr val="tx1"/>
        </a:solidFill>
        <a:latin typeface="+mn-lt"/>
        <a:ea typeface="+mn-ea"/>
        <a:cs typeface="+mn-cs"/>
      </a:defRPr>
    </a:lvl8pPr>
    <a:lvl9pPr marL="3657600" rtl="0" algn="l" defTabSz="457200">
      <a:defRPr sz="1800" kern="1200" dirty="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749E8F5E-018A-47AA-9D33-FF814C32D2F0}">
          <p14:sldIdLst>
            <p14:sldId id="260"/>
          </p14:sldIdLst>
        </p14:section>
        <p14:section name="Enabled Policies" id="{07A5FE3C-79AF-48A7-9E5B-0B523071167F}">
          <p14:sldIdLst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Report-only Policies" id="{4418999F-8C7D-4F6E-99E8-AC42B8BCD845}">
          <p14:sldIdLst>
            <p14:sldId id="281"/>
          </p14:sldIdLst>
        </p14:section>
        <p14:section name="Disabled Policies" id="{2AAFCF6C-B3EF-4CA0-B4D5-978989A7211B}">
          <p14:sldIdLst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</p14:sldIdLst>
        </p14:section>
      </p14:section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FFFF"/>
    <a:srgbClr val="0078D4"/>
    <a:srgbClr val="54AE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529"/>
    <p:restoredTop sz="96966"/>
  </p:normalViewPr>
  <p:slideViewPr>
    <p:cSldViewPr snapToGrid="0" snapToObjects="1">
      <p:cViewPr varScale="1">
        <p:scale>
          <a:sx n="118" d="100"/>
          <a:sy n="118" d="100"/>
        </p:scale>
        <p:origin x="216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3" Type="http://schemas.openxmlformats.org/officeDocument/2006/relationships/slide" Target="slides/slide1.xml" /><Relationship Id="rId7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6" Type="http://schemas.openxmlformats.org/officeDocument/2006/relationships/theme" Target="theme/theme1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8" Type="http://schemas.openxmlformats.org/officeDocument/2006/relationships/notesMaster" Target="notesMasters/notesMaster1.xml" /><Relationship Id="rId9" Type="http://schemas.openxmlformats.org/officeDocument/2006/relationships/slide" Target="slides/slide3.xml" /><Relationship Id="rId10" Type="http://schemas.openxmlformats.org/officeDocument/2006/relationships/slide" Target="slides/slide4.xml" /><Relationship Id="rId11" Type="http://schemas.openxmlformats.org/officeDocument/2006/relationships/slide" Target="slides/slide5.xml" /><Relationship Id="rId12" Type="http://schemas.openxmlformats.org/officeDocument/2006/relationships/slide" Target="slides/slide6.xml" /><Relationship Id="rId13" Type="http://schemas.openxmlformats.org/officeDocument/2006/relationships/slide" Target="slides/slide7.xml" /><Relationship Id="rId14" Type="http://schemas.openxmlformats.org/officeDocument/2006/relationships/slide" Target="slides/slide8.xml" /><Relationship Id="rId15" Type="http://schemas.openxmlformats.org/officeDocument/2006/relationships/slide" Target="slides/slide9.xml" /><Relationship Id="rId16" Type="http://schemas.openxmlformats.org/officeDocument/2006/relationships/slide" Target="slides/slide10.xml" /><Relationship Id="rId17" Type="http://schemas.openxmlformats.org/officeDocument/2006/relationships/slide" Target="slides/slide11.xml" /><Relationship Id="rId18" Type="http://schemas.openxmlformats.org/officeDocument/2006/relationships/slide" Target="slides/slide12.xml" /><Relationship Id="rId19" Type="http://schemas.openxmlformats.org/officeDocument/2006/relationships/slide" Target="slides/slide13.xml" /><Relationship Id="rId20" Type="http://schemas.openxmlformats.org/officeDocument/2006/relationships/slide" Target="slides/slide14.xml" /><Relationship Id="rId21" Type="http://schemas.openxmlformats.org/officeDocument/2006/relationships/slide" Target="slides/slide15.xml" /><Relationship Id="rId22" Type="http://schemas.openxmlformats.org/officeDocument/2006/relationships/slide" Target="slides/slide16.xml" /><Relationship Id="rId23" Type="http://schemas.openxmlformats.org/officeDocument/2006/relationships/slide" Target="slides/slide17.xml" /><Relationship Id="rId24" Type="http://schemas.openxmlformats.org/officeDocument/2006/relationships/slide" Target="slides/slide18.xml" /><Relationship Id="rId25" Type="http://schemas.openxmlformats.org/officeDocument/2006/relationships/slide" Target="slides/slide19.xml" /><Relationship Id="rId26" Type="http://schemas.openxmlformats.org/officeDocument/2006/relationships/slide" Target="slides/slide20.xml" /><Relationship Id="rId27" Type="http://schemas.openxmlformats.org/officeDocument/2006/relationships/slide" Target="slides/slide21.xml" /><Relationship Id="rId28" Type="http://schemas.openxmlformats.org/officeDocument/2006/relationships/slide" Target="slides/slide22.xml" /><Relationship Id="rId29" Type="http://schemas.openxmlformats.org/officeDocument/2006/relationships/slide" Target="slides/slide23.xml" /><Relationship Id="rId30" Type="http://schemas.openxmlformats.org/officeDocument/2006/relationships/slide" Target="slides/slide24.xml" /><Relationship Id="rId31" Type="http://schemas.openxmlformats.org/officeDocument/2006/relationships/slide" Target="slides/slide25.xml" /><Relationship Id="rId32" Type="http://schemas.openxmlformats.org/officeDocument/2006/relationships/slide" Target="slides/slide26.xml" /><Relationship Id="rId33" Type="http://schemas.openxmlformats.org/officeDocument/2006/relationships/slide" Target="slides/slide27.xml" /><Relationship Id="rId34" Type="http://schemas.openxmlformats.org/officeDocument/2006/relationships/slide" Target="slides/slide28.xml" /><Relationship Id="rId35" Type="http://schemas.openxmlformats.org/officeDocument/2006/relationships/slide" Target="slides/slide29.xml" /><Relationship Id="rId36" Type="http://schemas.openxmlformats.org/officeDocument/2006/relationships/slide" Target="slides/slide30.xml" /><Relationship Id="rId37" Type="http://schemas.openxmlformats.org/officeDocument/2006/relationships/slide" Target="slides/slide31.xml" /><Relationship Id="rId38" Type="http://schemas.openxmlformats.org/officeDocument/2006/relationships/slide" Target="slides/slide32.xml" /><Relationship Id="rId39" Type="http://schemas.openxmlformats.org/officeDocument/2006/relationships/slide" Target="slides/slide33.xml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white">
          <a:xfrm>
            <a:off x="0" y="0"/>
            <a:ext cx="2971800" cy="458788"/>
          </a:xfrm>
          <a:prstGeom prst="rect">
            <a:avLst/>
          </a:prstGeom>
          <a:ln>
            <a:headEnd type="none"/>
            <a:tailEnd type="none"/>
          </a:ln>
        </p:spPr>
        <p:txBody>
          <a:bodyPr lIns="91440" tIns="45720" rIns="91440" bIns="45720" wrap="square"/>
          <a:lstStyle>
            <a:lvl1pPr algn="l">
              <a:defRPr sz="1200" dirty="0"/>
            </a:lvl1pPr>
          </a:lstStyle>
          <a:p>
            <a:pPr algn="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white">
          <a:xfrm>
            <a:off x="3884613" y="0"/>
            <a:ext cx="2971800" cy="458788"/>
          </a:xfrm>
          <a:prstGeom prst="rect">
            <a:avLst/>
          </a:prstGeom>
          <a:ln>
            <a:headEnd type="none"/>
            <a:tailEnd type="none"/>
          </a:ln>
        </p:spPr>
        <p:txBody>
          <a:bodyPr lIns="91440" tIns="45720" rIns="91440" bIns="45720" wrap="square"/>
          <a:lstStyle>
            <a:lvl1pPr algn="r">
              <a:defRPr sz="1200" dirty="0"/>
            </a:lvl1pPr>
          </a:lstStyle>
          <a:p>
            <a:pPr algn="r"/>
            <a:fld id="{5989aa50-2501-4970-8bf6-b1fffd9c9790}" type="datetimeFigureOut">
              <a:rPr/>
              <a:t>1/27/2026 2:50:26 PM</a:t>
            </a:fld>
          </a:p>
        </p:txBody>
      </p:sp>
      <p:sp>
        <p:nvSpPr>
          <p:cNvPr id="4" name="Slide Image Placeholder 3"/>
          <p:cNvSpPr>
            <a:spLocks noGrp="1"/>
          </p:cNvSpPr>
          <p:nvPr>
            <p:ph type="sldImg" idx="2"/>
          </p:nvPr>
        </p:nvSpPr>
        <p:spPr bwMode="white">
          <a:xfrm>
            <a:off x="685800" y="1143000"/>
            <a:ext cx="5486400" cy="3086100"/>
          </a:xfrm>
          <a:prstGeom prst="rect">
            <a:avLst/>
          </a:prstGeom>
          <a:ln w="12700">
            <a:solidFill>
              <a:srgbClr val="000000"/>
            </a:solidFill>
            <a:headEnd type="none"/>
            <a:tailEnd type="none"/>
          </a:ln>
        </p:spPr>
        <p:txBody>
          <a:bodyPr lIns="91440" tIns="45720" rIns="91440" bIns="45720" anchor="ctr" wrap="square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white">
          <a:xfrm>
            <a:off x="685800" y="4400550"/>
            <a:ext cx="5486400" cy="3600450"/>
          </a:xfrm>
          <a:prstGeom prst="rect">
            <a:avLst/>
          </a:prstGeom>
          <a:ln>
            <a:headEnd type="none"/>
            <a:tailEnd type="none"/>
          </a:ln>
        </p:spPr>
        <p:txBody>
          <a:bodyPr lIns="91440" tIns="45720" rIns="91440" bIns="45720" wrap="square"/>
          <a:lstStyle/>
          <a:p>
            <a:pPr/>
            <a:r>
              <a:rPr/>
              <a:t>Edit Master text styles</a:t>
            </a:r>
          </a:p>
          <a:p>
            <a:pPr lvl="1"/>
            <a:r>
              <a:rPr/>
              <a:t>Second level</a:t>
            </a:r>
          </a:p>
          <a:p>
            <a:pPr lvl="2"/>
            <a:r>
              <a:rPr/>
              <a:t>Third level</a:t>
            </a:r>
          </a:p>
          <a:p>
            <a:pPr lvl="3"/>
            <a:r>
              <a:rPr/>
              <a:t>Fourth level</a:t>
            </a:r>
          </a:p>
          <a:p>
            <a:pPr lvl="4"/>
            <a:r>
              <a:rPr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white">
          <a:xfrm>
            <a:off x="0" y="8685213"/>
            <a:ext cx="2971800" cy="458787"/>
          </a:xfrm>
          <a:prstGeom prst="rect">
            <a:avLst/>
          </a:prstGeom>
          <a:ln>
            <a:headEnd type="none"/>
            <a:tailEnd type="none"/>
          </a:ln>
        </p:spPr>
        <p:txBody>
          <a:bodyPr lIns="91440" tIns="45720" rIns="91440" bIns="45720" anchor="b" wrap="square"/>
          <a:lstStyle>
            <a:lvl1pPr algn="l">
              <a:defRPr sz="1200" dirty="0"/>
            </a:lvl1pPr>
          </a:lstStyle>
          <a:p>
            <a:pPr algn="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white">
          <a:xfrm>
            <a:off x="3884613" y="8685213"/>
            <a:ext cx="2971800" cy="458787"/>
          </a:xfrm>
          <a:prstGeom prst="rect">
            <a:avLst/>
          </a:prstGeom>
          <a:ln>
            <a:headEnd type="none"/>
            <a:tailEnd type="none"/>
          </a:ln>
        </p:spPr>
        <p:txBody>
          <a:bodyPr lIns="91440" tIns="45720" rIns="91440" bIns="45720" anchor="b" wrap="square"/>
          <a:lstStyle>
            <a:lvl1pPr algn="r">
              <a:defRPr sz="1200" dirty="0"/>
            </a:lvl1pPr>
          </a:lstStyle>
          <a:p>
            <a:pPr algn="r"/>
            <a:fld id="{17afe781-8d4e-435e-8629-c9467dc7131e}" type="slidenum">
              <a:rPr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 dirty="0">
        <a:latin typeface="Calibri"/>
        <a:ea typeface="Calibri"/>
        <a:cs typeface="Calibri"/>
      </a:defRPr>
    </a:lvl1pPr>
  </p:notesStyle>
</p:notesMaster>
</file>

<file path=ppt/notesSlides/_rels/notesSlide2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3.xml" /></Relationships>
</file>

<file path=ppt/notesSlides/_rels/notesSlide4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4.xml" /></Relationships>
</file>

<file path=ppt/notesSlides/_rels/notesSlide6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5.xml" /></Relationships>
</file>

<file path=ppt/notesSlides/_rels/notesSlide8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6.xml" /></Relationships>
</file>

<file path=ppt/notesSlides/_rels/notesSlide10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7.xml" /></Relationships>
</file>

<file path=ppt/notesSlides/_rels/notesSlide12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8.xml" /></Relationships>
</file>

<file path=ppt/notesSlides/_rels/notesSlide14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9.xml" /></Relationships>
</file>

<file path=ppt/notesSlides/_rels/notesSlide16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10.xml" /></Relationships>
</file>

<file path=ppt/notesSlides/_rels/notesSlide18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11.xml" /></Relationships>
</file>

<file path=ppt/notesSlides/_rels/notesSlide20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12.xml" /></Relationships>
</file>

<file path=ppt/notesSlides/_rels/notesSlide22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13.xml" /></Relationships>
</file>

<file path=ppt/notesSlides/_rels/notesSlide24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14.xml" /></Relationships>
</file>

<file path=ppt/notesSlides/_rels/notesSlide26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15.xml" /></Relationships>
</file>

<file path=ppt/notesSlides/_rels/notesSlide28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16.xml" /></Relationships>
</file>

<file path=ppt/notesSlides/_rels/notesSlide30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17.xml" /></Relationships>
</file>

<file path=ppt/notesSlides/_rels/notesSlide32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18.xml" /></Relationships>
</file>

<file path=ppt/notesSlides/_rels/notesSlide34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19.xml" /></Relationships>
</file>

<file path=ppt/notesSlides/_rels/notesSlide36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20.xml" /></Relationships>
</file>

<file path=ppt/notesSlides/_rels/notesSlide38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21.xml" /></Relationships>
</file>

<file path=ppt/notesSlides/_rels/notesSlide40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22.xml" /></Relationships>
</file>

<file path=ppt/notesSlides/_rels/notesSlide42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23.xml" /></Relationships>
</file>

<file path=ppt/notesSlides/_rels/notesSlide44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24.xml" /></Relationships>
</file>

<file path=ppt/notesSlides/_rels/notesSlide46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25.xml" /></Relationships>
</file>

<file path=ppt/notesSlides/_rels/notesSlide48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26.xml" /></Relationships>
</file>

<file path=ppt/notesSlides/_rels/notesSlide50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27.xml" /></Relationships>
</file>

<file path=ppt/notesSlides/_rels/notesSlide52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28.xml" /></Relationships>
</file>

<file path=ppt/notesSlides/_rels/notesSlide54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29.xml" /></Relationships>
</file>

<file path=ppt/notesSlides/_rels/notesSlide56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30.xml" /></Relationships>
</file>

<file path=ppt/notesSlides/_rels/notesSlide58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31.xml" /></Relationships>
</file>

<file path=ppt/notesSlides/_rels/notesSlide60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32.xml" /></Relationships>
</file>

<file path=ppt/notesSlides/_rels/notesSlide62.xml.rels>&#65279;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2" Type="http://schemas.openxmlformats.org/officeDocument/2006/relationships/slide" Target="../slides/slide33.xml" 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GLOBAL - BLOCK - Authentication Transfer</a:t>
            </a:r>
          </a:p>
          <a:p>
            <a:pPr/>
            <a:r>
              <a:rPr/>
              <a:t>Portal link: https://entra.microsoft.com/#view/Microsoft_AAD_ConditionalAccess/PolicyBlade/policyId/6f37138a-a838-4b2d-bade-f81cbec243a7
</a:t>
            </a:r>
          </a:p>
          <a:p>
            <a:pPr/>
            <a:r>
              <a:rPr/>
              <a:t>{
  "id": "6f37138a-a838-4b2d-bade-f81cbec243a7",
  "templateId": null,
  "deletedDateTime": null,
  "partialEnablementStrategy": null,
  "conditions": {
    "applications": {
      "excludeApplications": [],
      "includeApplications": [
        "All"
      ],
      "includeAuthenticationContextClassReferences": [],
      "includeUserActions": []
    },
    "clientAppTypes": [
      "all"
    ],
    "signInRiskLevels": [],
    "userRiskLevels": [],
    "users": {
      "excludeGroups": [
        "96437e0d-3d7c-4e28-b9bf-0fa68eabbff7",
        "540a2f19-a6e6-469d-b769-77e152138d96"
      ],
      "excludeRoles": [],
      "excludeUsers": [
        "a1197d08-a831-4c41-ad33-c384964d1f07"
      ],
      "includeGroups": [],
      "includeRoles": [],
      "includeUsers": [
        "All"
      ]
    },
    "times": null,
    "authenticationFlows": {
      "transferMethods": "authenticationTransfer"
    }
  },
  "createdDateTime": "2026-01-20T11:23:05.7544581\u002B00:00",
  "displayName": "IAC - GLOBAL - BLOCK - Authentication Transfer",
  "grantControls": {
    "builtInControls": [
      "block"
    ],
    "customAuthenticationFactors": [],
    "operator": "OR",
    "termsOfUse": [],
    "authenticationStrength@odata.context": "https://graph.microsoft.com/beta/$metadata#policies/conditionalAccessPolicies(\u00276f37138a-a838-4b2d-bade-f81cbec243a7\u0027)/grantControls/authenticationStrength/$entity"
  },
  "modifiedDateTime": "2026-01-25T20:28:22.9099156\u002B00:00",
  "state": "enabled"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4cf9ebd1-a682-4883-b7da-435e2b28f664}" type="slidenum">
              <a:rPr/>
              <a:t>2</a:t>
            </a:fld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GLOBAL - BLOCK - Device Code Auth Flow</a:t>
            </a:r>
          </a:p>
          <a:p>
            <a:pPr/>
            <a:r>
              <a:rPr/>
              <a:t>Portal link: https://entra.microsoft.com/#view/Microsoft_AAD_ConditionalAccess/PolicyBlade/policyId/e34f605a-c20e-451c-bfd3-62e3693868ba
</a:t>
            </a:r>
          </a:p>
          <a:p>
            <a:pPr/>
            <a:r>
              <a:rPr/>
              <a:t>{
  "id": "e34f605a-c20e-451c-bfd3-62e3693868ba",
  "templateId": null,
  "deletedDateTime": null,
  "partialEnablementStrategy": null,
  "conditions": {
    "applications": {
      "excludeApplications": [],
      "includeApplications": [
        "All"
      ],
      "includeAuthenticationContextClassReferences": [],
      "includeUserActions": []
    },
    "clientAppTypes": [
      "all"
    ],
    "signInRiskLevels": [],
    "userRiskLevels": [],
    "users": {
      "excludeGroups": [
        "96437e0d-3d7c-4e28-b9bf-0fa68eabbff7"
      ],
      "excludeRoles": [],
      "excludeUsers": [],
      "includeGroups": [],
      "includeRoles": [],
      "includeUsers": [
        "All"
      ]
    },
    "times": null,
    "authenticationFlows": {
      "transferMethods": "deviceCodeFlow"
    }
  },
  "createdDateTime": "2026-01-20T11:23:07.3748274\u002B00:00",
  "displayName": "IAC - GLOBAL - BLOCK - Device Code Auth Flow",
  "grantControls": {
    "builtInControls": [
      "block"
    ],
    "customAuthenticationFactors": [],
    "operator": "OR",
    "termsOfUse": [],
    "authenticationStrength@odata.context": "https://graph.microsoft.com/beta/$metadata#policies/conditionalAccessPolicies(\u0027e34f605a-c20e-451c-bfd3-62e3693868ba\u0027)/grantControls/authenticationStrength/$entity"
  },
  "modifiedDateTime": "2026-01-25T17:27:00.6655318\u002B00:00",
  "state": "enabled"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d3ab9916-fda7-444f-a585-d0e276732694}" type="slidenum">
              <a:rPr/>
              <a:t>3</a:t>
            </a:fld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GLOBAL – BLOCK - Legacy Authentication</a:t>
            </a:r>
          </a:p>
          <a:p>
            <a:pPr/>
            <a:r>
              <a:rPr/>
              <a:t>Portal link: https://entra.microsoft.com/#view/Microsoft_AAD_ConditionalAccess/PolicyBlade/policyId/d210a4e3-c9ac-44de-b13e-e045743983f5
</a:t>
            </a:r>
          </a:p>
          <a:p>
            <a:pPr/>
            <a:r>
              <a:rPr/>
              <a:t>{
  "id": "d210a4e3-c9ac-44de-b13e-e045743983f5",
  "templateId": null,
  "deletedDateTime": null,
  "partialEnablementStrategy": null,
  "conditions": {
    "applications": {
      "excludeApplications": [],
      "includeApplications": [
        "All"
      ],
      "includeAuthenticationContextClassReferences": [],
      "includeUserActions": []
    },
    "clientAppTypes": [
      "exchangeActiveSync",
      "other"
    ],
    "signInRiskLevels": [],
    "userRiskLevels": [],
    "users": {
      "excludeGroups": [
        "96437e0d-3d7c-4e28-b9bf-0fa68eabbff7"
      ],
      "excludeRoles": [],
      "excludeUsers": [],
      "includeGroups": [],
      "includeRoles": [],
      "includeUsers": [
        "All"
      ]
    },
    "times": null
  },
  "createdDateTime": "2026-01-20T11:23:12.8029305\u002B00:00",
  "displayName": "IAC - GLOBAL \u2013 BLOCK - Legacy Authentication",
  "grantControls": {
    "builtInControls": [
      "block"
    ],
    "customAuthenticationFactors": [],
    "operator": "OR",
    "termsOfUse": [],
    "authenticationStrength@odata.context": "https://graph.microsoft.com/beta/$metadata#policies/conditionalAccessPolicies(\u0027d210a4e3-c9ac-44de-b13e-e045743983f5\u0027)/grantControls/authenticationStrength/$entity"
  },
  "modifiedDateTime": "2026-01-25T17:40:53.5958121\u002B00:00",
  "state": "enabled"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def8c094-851c-4cea-8ab5-22cfc9e1fda2}" type="slidenum">
              <a:rPr/>
              <a:t>4</a:t>
            </a:fld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GLOBAL – BLOCK – Countries not Allowed</a:t>
            </a:r>
          </a:p>
          <a:p>
            <a:pPr/>
            <a:r>
              <a:rPr/>
              <a:t>Portal link: https://entra.microsoft.com/#view/Microsoft_AAD_ConditionalAccess/PolicyBlade/policyId/6bfbd7ba-fb48-424a-bdfb-b0934275c980
</a:t>
            </a:r>
          </a:p>
          <a:p>
            <a:pPr/>
            <a:r>
              <a:rPr/>
              <a:t>{
  "id": "6bfbd7ba-fb48-424a-bdfb-b0934275c980",
  "templateId": null,
  "deletedDateTime": null,
  "partialEnablementStrategy": null,
  "conditions": {
    "applications": {
      "excludeApplications": [],
      "includeApplications": [
        "All"
      ],
      "includeAuthenticationContextClassReferences": [],
      "includeUserActions": []
    },
    "clientAppTypes": [
      "all"
    ],
    "locations": {
      "excludeLocations": [
        "1fe18182-5167-4fb6-8fd7-e092917b97bc"
      ],
      "includeLocations": [
        "All"
      ]
    },
    "signInRiskLevels": [],
    "userRiskLevels": [],
    "users": {
      "excludeGroups": [
        "96437e0d-3d7c-4e28-b9bf-0fa68eabbff7",
        "ec9e4975-1c27-41ac-ad9c-e346eff08a0b"
      ],
      "excludeRoles": [],
      "excludeUsers": [],
      "includeGroups": [],
      "includeRoles": [],
      "includeUsers": [
        "All"
      ]
    },
    "times": null
  },
  "createdDateTime": "2026-01-20T11:23:14.5456622\u002B00:00",
  "displayName": "IAC - GLOBAL \u2013 BLOCK \u2013 Countries not Allowed",
  "grantControls": {
    "builtInControls": [
      "block"
    ],
    "customAuthenticationFactors": [],
    "operator": "OR",
    "termsOfUse": [],
    "authenticationStrength@odata.context": "https://graph.microsoft.com/beta/$metadata#policies/conditionalAccessPolicies(\u00276bfbd7ba-fb48-424a-bdfb-b0934275c980\u0027)/grantControls/authenticationStrength/$entity"
  },
  "modifiedDateTime": "2026-01-26T02:08:45.0420855\u002B00:00",
  "state": "enabled"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3052dbe6-768e-4317-907b-57a5b35f4686}" type="slidenum">
              <a:rPr/>
              <a:t>5</a:t>
            </a:fld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GLOBAL – BLOCK – Countries not Allowed - NoExclusions</a:t>
            </a:r>
          </a:p>
          <a:p>
            <a:pPr/>
            <a:r>
              <a:rPr/>
              <a:t>Portal link: https://entra.microsoft.com/#view/Microsoft_AAD_ConditionalAccess/PolicyBlade/policyId/d9fe9d51-f837-479c-90f0-446b57939ac1
</a:t>
            </a:r>
          </a:p>
          <a:p>
            <a:pPr/>
            <a:r>
              <a:rPr/>
              <a:t>{
  "id": "d9fe9d51-f837-479c-90f0-446b57939ac1",
  "templateId": null,
  "deletedDateTime": null,
  "partialEnablementStrategy": null,
  "conditions": {
    "applications": {
      "excludeApplications": [],
      "includeApplications": [
        "All"
      ],
      "includeAuthenticationContextClassReferences": [],
      "includeUserActions": []
    },
    "clientAppTypes": [
      "all"
    ],
    "locations": {
      "excludeLocations": [],
      "includeLocations": [
        "18abd940-3aa0-4903-9457-8c8ff9ace93d"
      ]
    },
    "signInRiskLevels": [],
    "userRiskLevels": [],
    "users": {
      "excludeGroups": [
        "96437e0d-3d7c-4e28-b9bf-0fa68eabbff7"
      ],
      "excludeRoles": [],
      "excludeUsers": [],
      "includeGroups": [],
      "includeRoles": [],
      "includeUsers": [
        "All"
      ]
    },
    "times": null
  },
  "createdDateTime": "2026-01-20T11:28:39.5986971\u002B00:00",
  "displayName": "IAC - GLOBAL \u2013 BLOCK \u2013 Countries not Allowed - NoExclusions",
  "grantControls": {
    "builtInControls": [
      "block"
    ],
    "customAuthenticationFactors": [],
    "operator": "OR",
    "termsOfUse": [],
    "authenticationStrength@odata.context": "https://graph.microsoft.com/beta/$metadata#policies/conditionalAccessPolicies(\u0027d9fe9d51-f837-479c-90f0-446b57939ac1\u0027)/grantControls/authenticationStrength/$entity"
  },
  "modifiedDateTime": "2026-01-25T20:35:12.5322535\u002B00:00",
  "state": "enabled"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fcce5582-cfef-4c32-8855-4ddb035118d7}" type="slidenum">
              <a:rPr/>
              <a:t>6</a:t>
            </a:fld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O365 - BLOCK - Non Working Hours</a:t>
            </a:r>
          </a:p>
          <a:p>
            <a:pPr/>
            <a:r>
              <a:rPr/>
              <a:t>Portal link: https://entra.microsoft.com/#view/Microsoft_AAD_ConditionalAccess/PolicyBlade/policyId/8b6e642a-8d67-4111-9100-88dcf19a66c3
</a:t>
            </a:r>
          </a:p>
          <a:p>
            <a:pPr/>
            <a:r>
              <a:rPr/>
              <a:t>{
  "id": "8b6e642a-8d67-4111-9100-88dcf19a66c3",
  "templateId": null,
  "deletedDateTime": null,
  "partialEnablementStrategy": null,
  "conditions": {
    "applications": {
      "excludeApplications": [],
      "includeApplications": [
        "Office365"
      ],
      "includeAuthenticationContextClassReferences": [],
      "includeUserActions": []
    },
    "clientAppTypes": [
      "all"
    ],
    "signInRiskLevels": [],
    "userRiskLevels": [],
    "users": {
      "excludeGroups": [
        "96437e0d-3d7c-4e28-b9bf-0fa68eabbff7"
      ],
      "excludeRoles": [],
      "excludeUsers": [],
      "includeGroups": [],
      "includeRoles": [],
      "includeUsers": [
        "274c4644-56e5-4ce1-8f30-13457b94c6e5"
      ]
    },
    "times": {
      "includeAllTimes": false,
      "excludeDays": null,
      "includeRange": null,
      "excludeRange": null,
      "includeDays": {
        "daysOfWeek": [
          "monday",
          "tuesday",
          "wednesday",
          "thursday",
          "friday"
        ],
        "timeZone": "UTC",
        "startTime": "09:00:00",
        "endTime": "17:00:00",
        "allDay": false
      }
    }
  },
  "createdDateTime": "2026-01-27T01:09:53.5646252\u002B00:00",
  "displayName": "IAC - O365 - BLOCK - Non Working Hours",
  "grantControls": {
    "builtInControls": [
      "block"
    ],
    "customAuthenticationFactors": [],
    "operator": "OR",
    "termsOfUse": [],
    "authenticationStrength@odata.context": "https://graph.microsoft.com/beta/$metadata#policies/conditionalAccessPolicies(\u00278b6e642a-8d67-4111-9100-88dcf19a66c3\u0027)/grantControls/authenticationStrength/$entity"
  },
  "modifiedDateTime": "2026-01-27T13:15:02.1821062\u002B00:00",
  "state": "enabled"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71a73bdb-ef20-4a70-bc07-b82b4b96163c}" type="slidenum">
              <a:rPr/>
              <a:t>7</a:t>
            </a:fld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Multifactor authentication for Microsoft partners and vendors</a:t>
            </a:r>
          </a:p>
          <a:p>
            <a:pPr/>
            <a:r>
              <a:rPr/>
              <a:t>Portal link: https://entra.microsoft.com/#view/Microsoft_AAD_ConditionalAccess/PolicyBlade/policyId/b498e6fc-7754-49dd-abf3-c4cb083f88ea
</a:t>
            </a:r>
          </a:p>
          <a:p>
            <a:pPr/>
            <a:r>
              <a:rPr/>
              <a:t>{
  "id": "b498e6fc-7754-49dd-abf3-c4cb083f88ea",
  "templateId": "4200930c-0da2-4e33-ca02-000000000004",
  "deletedDateTime": null,
  "partialEnablementStrategy": null,
  "conditions": {
    "applications": {
      "excludeApplications": [],
      "includeApplications": [
        "All"
      ],
      "includeAuthenticationContextClassReferences": [],
      "includeUserActions": []
    },
    "clientAppTypes": [
      "all"
    ],
    "signInRiskLevels": [],
    "userRiskLevels": [],
    "users": {
      "excludeGroups": [
        "96437e0d-3d7c-4e28-b9bf-0fa68eabbff7"
      ],
      "excludeRoles": [
        "d29b2b05-8046-44ba-8758-1e26182fcf32"
      ],
      "excludeUsers": [],
      "includeGroups": [],
      "includeRoles": [],
      "includeUsers": [
        "All"
      ]
    },
    "times": null
  },
  "createdDateTime": "2026-01-15T14:14:35.73206\u002B00:00",
  "displayName": "Multifactor authentication for Microsoft partners and vendors",
  "grantControls": {
    "builtInControls": [
      "mfa"
    ],
    "customAuthenticationFactors": [],
    "operator": "OR",
    "termsOfUse": [],
    "authenticationStrength@odata.context": "https://graph.microsoft.com/beta/$metadata#policies/conditionalAccessPolicies(\u0027b498e6fc-7754-49dd-abf3-c4cb083f88ea\u0027)/grantControls/authenticationStrength/$entity"
  },
  "modifiedDateTime": "2026-01-25T17:29:11.7877355\u002B00:00",
  "state": "enabled"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237115aa-4885-47fb-b0e7-ab732f5619a9}" type="slidenum">
              <a:rPr/>
              <a:t>8</a:t>
            </a:fld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Microsoft-managed: Require phishing-resistant multifactor authentication for admins</a:t>
            </a:r>
          </a:p>
          <a:p>
            <a:pPr/>
            <a:r>
              <a:rPr/>
              <a:t>Portal link: https://entra.microsoft.com/#view/Microsoft_AAD_ConditionalAccess/PolicyBlade/policyId/76865241-8ddd-43a2-bc87-54051bdd2161
</a:t>
            </a:r>
          </a:p>
          <a:p>
            <a:pPr/>
            <a:r>
              <a:rPr/>
              <a:t>{
  "id": "76865241-8ddd-43a2-bc87-54051bdd2161",
  "templateId": "4200930c-0da2-4e33-ca01-000000000011",
  "deletedDateTime": null,
  "partialEnablementStrategy": null,
  "conditions": {
    "applications": {
      "excludeApplications": [],
      "includeApplications": [
        "All"
      ],
      "includeAuthenticationContextClassReferences": [],
      "includeUserActions": []
    },
    "clientAppTypes": [
      "all"
    ],
    "signInRiskLevels": [],
    "userRiskLevels": [],
    "users": {
      "excludeGroups": [],
      "excludeRoles": [],
      "excludeUsers": [
        "a1197d08-a831-4c41-ad33-c384964d1f07"
      ],
      "includeGroups": [],
      "includeRoles": [
        "62e90394-69f5-4237-9190-012177145e10",
        "194ae4cb-b126-40b2-bd5b-6091b380977d",
        "f28a1f50-f6e7-4571-818b-6a12f2af6b6c",
        "29232cdf-9323-42fd-ade2-1d097af3e4de",
        "b1be1c3e-b65d-4f19-8427-f6fa0d97feb9",
        "729827e3-9c14-49f7-bb1b-9608f156bbb8",
        "b0f54661-2d74-4c50-afa3-1ec803f12efe",
        "fe930be7-5e62-47db-91af-98c3a49a38b1",
        "c4e39bd9-1100-46d3-8c65-fb160da0071f",
        "9b895d92-2cd3-44c7-9d02-a6ac2d5ea5c3",
        "158c047a-c907-4556-b7ef-446551a6b5f7",
        "966707d0-3269-4727-9be2-8c3a10f19b9d",
        "7be44c8a-adaf-4e2a-84d6-ab2649e08a13",
        "e8611ab8-c189-46e8-94e1-60213ab1f814",
        "17315797-102d-40b4-93e0-432062caca18",
        "e6d1a23a-da11-4be4-9570-befc86d067a7",
        "3a2c62db-5318-420d-8d74-23affee5d9d5",
        "44367163-eba1-44c3-98af-f5787879f96a",
        "11648597-926c-4cf3-9c36-bcebb0ba8dcc"
      ],
      "includeUsers": []
    },
    "times": null
  },
  "createdDateTime": "2026-01-25T17:19:40.4844768\u002B00:00",
  "displayName": "Microsoft-managed: Require phishing-resistant multifactor authentication for admins",
  "grantControls": {
    "authenticationStrength": {
      "id": "00000000-0000-0000-0000-000000000004",
      "combinationConfigurations@odata.context": "https://graph.microsoft.com/beta/$metadata#policies/conditionalAccessPolicies(\u002776865241-8ddd-43a2-bc87-54051bdd2161\u0027)/grantControls/authenticationStrength/combinationConfigurations",
      "allowedCombinations": [
        "windowsHelloForBusiness",
        "fido2",
        "x509CertificateMultiFactor"
      ],
      "combinationConfigurations": [],
      "createdDateTime": "2021-12-01T08:00:00\u002B00:00",
      "description": "Phishing-resistant, Passwordless methods for the strongest authentication, such as a FIDO2 security key",
      "displayName": "Phishing-resistant MFA",
      "modifiedDateTime": "2021-12-01T08:00:00\u002B00:00",
      "policyType": "builtIn",
      "requirementsSatisfied": "mfa"
    },
    "builtInControls": [],
    "customAuthenticationFactors": [],
    "operator": "OR",
    "termsOfUse": [],
    "authenticationStrength@odata.context": "https://graph.microsoft.com/beta/$metadata#policies/conditionalAccessPolicies(\u002776865241-8ddd-43a2-bc87-54051bdd2161\u0027)/grantControls/authenticationStrength/$entity"
  },
  "modifiedDateTime": "2026-01-26T18:38:08.6404467\u002B00:00",
  "state": "enabledForReportingButNotEnforced"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775e84a3-d711-49e7-9275-417fe1c8e465}" type="slidenum">
              <a:rPr/>
              <a:t>9</a:t>
            </a:fld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APP - BLOCK - SharePoint-OneDrive-NonTrustedLocations</a:t>
            </a:r>
          </a:p>
          <a:p>
            <a:pPr/>
            <a:r>
              <a:rPr/>
              <a:t>Portal link: https://entra.microsoft.com/#view/Microsoft_AAD_ConditionalAccess/PolicyBlade/policyId/109d4155-3d19-4f57-9814-3c5afad470aa
</a:t>
            </a:r>
          </a:p>
          <a:p>
            <a:pPr/>
            <a:r>
              <a:rPr/>
              <a:t>{
  "id": "109d4155-3d19-4f57-9814-3c5afad470aa",
  "templateId": null,
  "deletedDateTime": null,
  "partialEnablementStrategy": null,
  "conditions": {
    "applications": {
      "excludeApplications": [],
      "includeApplications": [
        "00000003-0000-0ff1-ce00-000000000000"
      ],
      "includeAuthenticationContextClassReferences": [],
      "includeUserActions": []
    },
    "clientAppTypes": [
      "all"
    ],
    "locations": {
      "excludeLocations": [
        "AllTrusted"
      ],
      "includeLocations": [
        "All"
      ]
    },
    "signInRiskLevels": [],
    "userRiskLevels": [],
    "users": {
      "excludeGroups": [
        "96437e0d-3d7c-4e28-b9bf-0fa68eabbff7",
        "d65002d8-0830-43cc-8ce3-9c46ff0d8e28",
        "540a2f19-a6e6-469d-b769-77e152138d96"
      ],
      "excludeRoles": [],
      "excludeUsers": [],
      "includeGroups": [],
      "includeRoles": [],
      "includeUsers": [
        "All"
      ]
    },
    "times": null
  },
  "createdDateTime": "2026-01-20T11:22:57.310486\u002B00:00",
  "displayName": "IAC - APP - BLOCK - SharePoint-OneDrive-NonTrustedLocations",
  "grantControls": {
    "builtInControls": [
      "block"
    ],
    "customAuthenticationFactors": [],
    "operator": "OR",
    "termsOfUse": [],
    "authenticationStrength@odata.context": "https://graph.microsoft.com/beta/$metadata#policies/conditionalAccessPolicies(\u0027109d4155-3d19-4f57-9814-3c5afad470aa\u0027)/grantControls/authenticationStrength/$entity"
  },
  "modifiedDateTime": "2026-01-25T17:26:55.3801574\u002B00:00",
  "state": "disabled"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7c751adf-180b-4711-af32-1d12b4a8c4c7}" type="slidenum">
              <a:rPr/>
              <a:t>10</a:t>
            </a:fld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APP - SESSION - O365 - Timeoutsettings</a:t>
            </a:r>
          </a:p>
          <a:p>
            <a:pPr/>
            <a:r>
              <a:rPr/>
              <a:t>Portal link: https://entra.microsoft.com/#view/Microsoft_AAD_ConditionalAccess/PolicyBlade/policyId/6756b8f6-def1-49c5-a04d-89ea91597cb5
</a:t>
            </a:r>
          </a:p>
          <a:p>
            <a:pPr/>
            <a:r>
              <a:rPr/>
              <a:t>{
  "id": "6756b8f6-def1-49c5-a04d-89ea91597cb5",
  "templateId": null,
  "deletedDateTime": null,
  "partialEnablementStrategy": null,
  "conditions": {
    "applications": {
      "excludeApplications": [],
      "includeApplications": [
        "Office365"
      ],
      "includeAuthenticationContextClassReferences": [],
      "includeUserActions": []
    },
    "clientAppTypes": [
      "browser"
    ],
    "devices": {
      "deviceFilter": {
        "mode": "exclude",
        "rule": "device.isCompliant -eq True -and device.trustType -eq \u0022ServerAD\u0022"
      },
      "excludeDevices": [],
      "excludeDeviceStates": [],
      "includeDevices": [],
      "includeDeviceStates": []
    },
    "platforms": {
      "excludePlatforms": [
        "android",
        "iOS",
        "macOS",
        "linux"
      ],
      "includePlatforms": [
        "all"
      ]
    },
    "signInRiskLevels": [],
    "userRiskLevels": [],
    "users": {
      "excludeGroups": [
        "96437e0d-3d7c-4e28-b9bf-0fa68eabbff7",
        "540a2f19-a6e6-469d-b769-77e152138d96"
      ],
      "excludeRoles": [],
      "excludeUsers": [],
      "includeGroups": [],
      "includeRoles": [],
      "includeUsers": [
        "All"
      ]
    },
    "times": null
  },
  "createdDateTime": "2026-01-20T11:23:00.0291599\u002B00:00",
  "displayName": "IAC - APP - SESSION - O365 - Timeoutsettings",
  "modifiedDateTime": "2026-01-25T17:26:56.5043023\u002B00:00",
  "sessionControls": {
    "applicationEnforcedRestrictions": {
      "isEnabled": true,
      "@odata.type": "#microsoft.graph.applicationEnforcedRestrictionsSessionControl"
    }
  },
  "state": "disabled"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b97228ef-9aa8-4654-9fc2-bd705ccb0447}" type="slidenum">
              <a:rPr/>
              <a:t>11</a:t>
            </a:fld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APP – BLOCK – AVD - Exclude - AllowedAVDUsers</a:t>
            </a:r>
          </a:p>
          <a:p>
            <a:pPr/>
            <a:r>
              <a:rPr/>
              <a:t>Portal link: https://entra.microsoft.com/#view/Microsoft_AAD_ConditionalAccess/PolicyBlade/policyId/a291c604-da60-4967-9102-5e8a067f74d1
</a:t>
            </a:r>
          </a:p>
          <a:p>
            <a:pPr/>
            <a:r>
              <a:rPr/>
              <a:t>{
  "id": "a291c604-da60-4967-9102-5e8a067f74d1",
  "templateId": null,
  "deletedDateTime": null,
  "partialEnablementStrategy": null,
  "conditions": {
    "applications": {
      "excludeApplications": [],
      "includeApplications": [
        "0af06dc6-e4b5-4f28-818e-e78e62d137a5",
        "9cdead84-a844-4324-93f2-b2e6bb768d07"
      ],
      "includeAuthenticationContextClassReferences": [],
      "includeUserActions": []
    },
    "clientAppTypes": [
      "all"
    ],
    "signInRiskLevels": [],
    "userRiskLevels": [],
    "users": {
      "excludeGroups": [
        "96437e0d-3d7c-4e28-b9bf-0fa68eabbff7",
        "d65002d8-0830-43cc-8ce3-9c46ff0d8e28",
        "974da861-50dc-4388-bfd9-1b85b9acb7ff"
      ],
      "excludeRoles": [],
      "excludeUsers": [],
      "includeGroups": [],
      "includeRoles": [],
      "includeUsers": [
        "All"
      ]
    },
    "times": null
  },
  "createdDateTime": "2026-01-20T11:23:01.2907383\u002B00:00",
  "displayName": "IAC - APP \u2013 BLOCK \u2013 AVD - Exclude - AllowedAVDUsers",
  "grantControls": {
    "builtInControls": [
      "block"
    ],
    "customAuthenticationFactors": [],
    "operator": "OR",
    "termsOfUse": [],
    "authenticationStrength@odata.context": "https://graph.microsoft.com/beta/$metadata#policies/conditionalAccessPolicies(\u0027a291c604-da60-4967-9102-5e8a067f74d1\u0027)/grantControls/authenticationStrength/$entity"
  },
  "modifiedDateTime": "2026-01-25T17:26:57.25901\u002B00:00",
  "state": "disabled"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fb438f2a-813d-4a40-a644-cd1019be38be}" type="slidenum">
              <a:rPr/>
              <a:t>12</a:t>
            </a:fld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APP – BLOCK – AVD - NonTrustedLocations</a:t>
            </a:r>
          </a:p>
          <a:p>
            <a:pPr/>
            <a:r>
              <a:rPr/>
              <a:t>Portal link: https://entra.microsoft.com/#view/Microsoft_AAD_ConditionalAccess/PolicyBlade/policyId/70f46445-89e8-43c0-b5e6-c7ca504137b8
</a:t>
            </a:r>
          </a:p>
          <a:p>
            <a:pPr/>
            <a:r>
              <a:rPr/>
              <a:t>{
  "id": "70f46445-89e8-43c0-b5e6-c7ca504137b8",
  "templateId": null,
  "deletedDateTime": null,
  "partialEnablementStrategy": null,
  "conditions": {
    "applications": {
      "excludeApplications": [],
      "includeApplications": [
        "0af06dc6-e4b5-4f28-818e-e78e62d137a5",
        "9cdead84-a844-4324-93f2-b2e6bb768d07"
      ],
      "includeAuthenticationContextClassReferences": [],
      "includeUserActions": []
    },
    "clientAppTypes": [
      "all"
    ],
    "locations": {
      "excludeLocations": [
        "AllTrusted"
      ],
      "includeLocations": [
        "All"
      ]
    },
    "signInRiskLevels": [],
    "userRiskLevels": [],
    "users": {
      "excludeGroups": [
        "96437e0d-3d7c-4e28-b9bf-0fa68eabbff7",
        "d65002d8-0830-43cc-8ce3-9c46ff0d8e28"
      ],
      "excludeRoles": [],
      "excludeUsers": [],
      "includeGroups": [],
      "includeRoles": [],
      "includeUsers": [
        "All"
      ]
    },
    "times": null
  },
  "createdDateTime": "2026-01-20T11:23:03.5556013\u002B00:00",
  "displayName": "IAC - APP \u2013 BLOCK \u2013 AVD - NonTrustedLocations",
  "grantControls": {
    "builtInControls": [
      "block"
    ],
    "customAuthenticationFactors": [],
    "operator": "OR",
    "termsOfUse": [],
    "authenticationStrength@odata.context": "https://graph.microsoft.com/beta/$metadata#policies/conditionalAccessPolicies(\u002770f46445-89e8-43c0-b5e6-c7ca504137b8\u0027)/grantControls/authenticationStrength/$entity"
  },
  "modifiedDateTime": "2026-01-25T17:26:58.9355006\u002B00:00",
  "state": "disabled"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0d6c9e3c-6dc3-4094-8bdf-a287998cd457}" type="slidenum">
              <a:rPr/>
              <a:t>13</a:t>
            </a:fld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GLOBAL - BLOCK - Unsupported Device Platforms</a:t>
            </a:r>
          </a:p>
          <a:p>
            <a:pPr/>
            <a:r>
              <a:rPr/>
              <a:t>Portal link: https://entra.microsoft.com/#view/Microsoft_AAD_ConditionalAccess/PolicyBlade/policyId/403645fd-9e97-4d6b-a66e-9c863586241e
</a:t>
            </a:r>
          </a:p>
          <a:p>
            <a:pPr/>
            <a:r>
              <a:rPr/>
              <a:t>{
  "id": "403645fd-9e97-4d6b-a66e-9c863586241e",
  "templateId": null,
  "deletedDateTime": null,
  "partialEnablementStrategy": null,
  "conditions": {
    "applications": {
      "excludeApplications": [],
      "includeApplications": [
        "All"
      ],
      "includeAuthenticationContextClassReferences": [],
      "includeUserActions": []
    },
    "clientAppTypes": [
      "all"
    ],
    "platforms": {
      "excludePlatforms": [
        "android",
        "iOS",
        "windows",
        "macOS"
      ],
      "includePlatforms": [
        "all"
      ]
    },
    "signInRiskLevels": [],
    "userRiskLevels": [],
    "users": {
      "excludeGroups": [
        "96437e0d-3d7c-4e28-b9bf-0fa68eabbff7"
      ],
      "excludeRoles": [],
      "excludeUsers": [],
      "includeGroups": [],
      "includeRoles": [],
      "includeUsers": [
        "All"
      ]
    },
    "times": null
  },
  "createdDateTime": "2026-01-20T11:23:08.5452162\u002B00:00",
  "displayName": "IAC - GLOBAL - BLOCK - Unsupported Device Platforms",
  "grantControls": {
    "builtInControls": [
      "block"
    ],
    "customAuthenticationFactors": [],
    "operator": "OR",
    "termsOfUse": [],
    "authenticationStrength@odata.context": "https://graph.microsoft.com/beta/$metadata#policies/conditionalAccessPolicies(\u0027403645fd-9e97-4d6b-a66e-9c863586241e\u0027)/grantControls/authenticationStrength/$entity"
  },
  "modifiedDateTime": "2026-01-25T17:27:01.5902182\u002B00:00",
  "state": "disabled"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22cc0f31-c339-4188-b56b-161e26dee2e4}" type="slidenum">
              <a:rPr/>
              <a:t>14</a:t>
            </a:fld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GLOBAL - GRANT - MFA - AllAdmins</a:t>
            </a:r>
          </a:p>
          <a:p>
            <a:pPr/>
            <a:r>
              <a:rPr/>
              <a:t>Portal link: https://entra.microsoft.com/#view/Microsoft_AAD_ConditionalAccess/PolicyBlade/policyId/a138dcd3-f878-4f0d-a9ad-45e6c38e9c09
</a:t>
            </a:r>
          </a:p>
          <a:p>
            <a:pPr/>
            <a:r>
              <a:rPr/>
              <a:t>{
  "id": "a138dcd3-f878-4f0d-a9ad-45e6c38e9c09",
  "templateId": null,
  "deletedDateTime": null,
  "partialEnablementStrategy": null,
  "conditions": {
    "applications": {
      "excludeApplications": [],
      "includeApplications": [
        "All"
      ],
      "includeAuthenticationContextClassReferences": [],
      "includeUserActions": []
    },
    "clientAppTypes": [
      "all"
    ],
    "locations": {
      "excludeLocations": [],
      "includeLocations": [
        "All"
      ]
    },
    "platforms": {
      "excludePlatforms": [],
      "includePlatforms": [
        "all"
      ]
    },
    "signInRiskLevels": [],
    "userRiskLevels": [],
    "users": {
      "excludeGroups": [
        "96437e0d-3d7c-4e28-b9bf-0fa68eabbff7"
      ],
      "excludeRoles": [],
      "excludeUsers": [
        "a1197d08-a831-4c41-ad33-c384964d1f07"
      ],
      "includeGroups": [],
      "includeRoles": [
        "c4e39bd9-1100-46d3-8c65-fb160da0071f",
        "b0f54661-2d74-4c50-afa3-1ec803f12efe",
        "b1be1c3e-b65d-4f19-8427-f6fa0d97feb9",
        "29232cdf-9323-42fd-ade2-1d097af3e4de",
        "62e90394-69f5-4237-9190-012177145e10",
        "729827e3-9c14-49f7-bb1b-9608f156bbb8",
        "194ae4cb-b126-40b2-bd5b-6091b380977d",
        "f28a1f50-f6e7-4571-818b-6a12f2af6b6c",
        "fe930be7-5e62-47db-91af-98c3a49a38b1",
        "9b895d92-2cd3-44c7-9d02-a6ac2d5ea5c3",
        "158c047a-c907-4556-b7ef-446551a6b5f7",
        "966707d0-3269-4727-9be2-8c3a10f19b9d",
        "e8611ab8-c189-46e8-94e1-60213ab1f814",
        "7be44c8a-adaf-4e2a-84d6-ab2649e08a13"
      ],
      "includeUsers": []
    },
    "times": null
  },
  "createdDateTime": "2026-01-20T11:23:10.094697\u002B00:00",
  "displayName": "IAC - GLOBAL - GRANT - MFA - AllAdmins",
  "grantControls": {
    "builtInControls": [
      "mfa"
    ],
    "customAuthenticationFactors": [],
    "operator": "OR",
    "termsOfUse": [],
    "authenticationStrength@odata.context": "https://graph.microsoft.com/beta/$metadata#policies/conditionalAccessPolicies(\u0027a138dcd3-f878-4f0d-a9ad-45e6c38e9c09\u0027)/grantControls/authenticationStrength/$entity"
  },
  "modifiedDateTime": "2026-01-25T17:45:01.1495868\u002B00:00",
  "state": "disabled"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d058cc24-d3c0-4705-91f6-303106ef4b72}" type="slidenum">
              <a:rPr/>
              <a:t>15</a:t>
            </a:fld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GLOBAL - GRANT - MFA - External-Guest-Users</a:t>
            </a:r>
          </a:p>
          <a:p>
            <a:pPr/>
            <a:r>
              <a:rPr/>
              <a:t>Portal link: https://entra.microsoft.com/#view/Microsoft_AAD_ConditionalAccess/PolicyBlade/policyId/0dad2669-ecfc-41e0-9488-f898001006ea
</a:t>
            </a:r>
          </a:p>
          <a:p>
            <a:pPr/>
            <a:r>
              <a:rPr/>
              <a:t>{
  "id": "0dad2669-ecfc-41e0-9488-f898001006ea",
  "templateId": null,
  "deletedDateTime": null,
  "partialEnablementStrategy": null,
  "conditions": {
    "applications": {
      "excludeApplications": [],
      "includeApplications": [
        "All"
      ],
      "includeAuthenticationContextClassReferences": [],
      "includeUserActions": []
    },
    "clientAppTypes": [
      "all"
    ],
    "signInRiskLevels": [],
    "userRiskLevels": [],
    "users": {
      "excludeGroups": [
        "ad6401e0-818d-4394-a27b-801f7d7b5442",
        "96437e0d-3d7c-4e28-b9bf-0fa68eabbff7"
      ],
      "excludeRoles": [],
      "excludeUsers": [],
      "includeGroups": [],
      "includeGuestsOrExternalUsers": {
        "externalTenants": {
          "membershipKind": "all",
          "@odata.type": "#microsoft.graph.conditionalAccessAllExternalTenants"
        },
        "guestOrExternalUserTypes": "unknownFutureValue"
      },
      "includeRoles": [],
      "includeUsers": []
    },
    "times": null
  },
  "createdDateTime": "2026-01-20T11:23:11.3953884\u002B00:00",
  "displayName": "IAC - GLOBAL - GRANT - MFA - External-Guest-Users",
  "grantControls": {
    "builtInControls": [
      "mfa"
    ],
    "customAuthenticationFactors": [],
    "operator": "OR",
    "termsOfUse": [],
    "authenticationStrength@odata.context": "https://graph.microsoft.com/beta/$metadata#policies/conditionalAccessPolicies(\u00270dad2669-ecfc-41e0-9488-f898001006ea\u0027)/grantControls/authenticationStrength/$entity"
  },
  "modifiedDateTime": "2026-01-25T17:28:53.9605813\u002B00:00",
  "state": "disabled"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fde1bb89-c413-4574-96e4-03da81b1e7c9}" type="slidenum">
              <a:rPr/>
              <a:t>16</a:t>
            </a:fld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GLOBAL – BLOCK – Service Accounts</a:t>
            </a:r>
          </a:p>
          <a:p>
            <a:pPr/>
            <a:r>
              <a:rPr/>
              <a:t>Portal link: https://entra.microsoft.com/#view/Microsoft_AAD_ConditionalAccess/PolicyBlade/policyId/ee06dc06-7f8f-42e7-9948-0eeeb829fa79
</a:t>
            </a:r>
          </a:p>
          <a:p>
            <a:pPr/>
            <a:r>
              <a:rPr/>
              <a:t>{
  "id": "ee06dc06-7f8f-42e7-9948-0eeeb829fa79",
  "templateId": null,
  "deletedDateTime": null,
  "partialEnablementStrategy": null,
  "conditions": {
    "applications": {
      "excludeApplications": [],
      "includeApplications": [
        "All"
      ],
      "includeAuthenticationContextClassReferences": [],
      "includeUserActions": []
    },
    "clientAppTypes": [
      "all"
    ],
    "locations": {
      "excludeLocations": [
        "06eef006-9dac-4711-a42c-4203e381251a"
      ],
      "includeLocations": [
        "All"
      ]
    },
    "signInRiskLevels": [],
    "userRiskLevels": [],
    "users": {
      "excludeGroups": [
        "96437e0d-3d7c-4e28-b9bf-0fa68eabbff7",
        "540a2f19-a6e6-469d-b769-77e152138d96"
      ],
      "excludeRoles": [],
      "excludeUsers": [],
      "includeGroups": [
        "8782b8eb-5554-4d69-a496-1106cf10aac4"
      ],
      "includeRoles": [],
      "includeUsers": []
    },
    "times": null
  },
  "createdDateTime": "2026-01-20T11:28:41.0505478\u002B00:00",
  "displayName": "IAC - GLOBAL \u2013 BLOCK \u2013 Service Accounts",
  "grantControls": {
    "builtInControls": [
      "block"
    ],
    "customAuthenticationFactors": [],
    "operator": "OR",
    "termsOfUse": [],
    "authenticationStrength@odata.context": "https://graph.microsoft.com/beta/$metadata#policies/conditionalAccessPolicies(\u0027ee06dc06-7f8f-42e7-9948-0eeeb829fa79\u0027)/grantControls/authenticationStrength/$entity"
  },
  "modifiedDateTime": "2026-01-25T17:41:09.5703508\u002B00:00",
  "state": "disabled"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ab5bb770-763b-4b95-b1fb-97a63d69eb8e}" type="slidenum">
              <a:rPr/>
              <a:t>17</a:t>
            </a:fld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GLOBAL – SESSION – Admin Persistence (1 Hours)</a:t>
            </a:r>
          </a:p>
          <a:p>
            <a:pPr/>
            <a:r>
              <a:rPr/>
              <a:t>Portal link: https://entra.microsoft.com/#view/Microsoft_AAD_ConditionalAccess/PolicyBlade/policyId/ae7669ef-8ce7-4473-9b7a-c91e8071c53f
</a:t>
            </a:r>
          </a:p>
          <a:p>
            <a:pPr/>
            <a:r>
              <a:rPr/>
              <a:t>{
  "id": "ae7669ef-8ce7-4473-9b7a-c91e8071c53f",
  "templateId": null,
  "deletedDateTime": null,
  "partialEnablementStrategy": null,
  "conditions": {
    "applications": {
      "excludeApplications": [],
      "includeApplications": [
        "All"
      ],
      "includeAuthenticationContextClassReferences": [],
      "includeUserActions": []
    },
    "clientAppTypes": [
      "browser"
    ],
    "signInRiskLevels": [],
    "userRiskLevels": [],
    "users": {
      "excludeGroups": [
        "96437e0d-3d7c-4e28-b9bf-0fa68eabbff7"
      ],
      "excludeRoles": [],
      "excludeUsers": [],
      "includeGroups": [],
      "includeRoles": [
        "9b895d92-2cd3-44c7-9d02-a6ac2d5ea5c3",
        "0526716b-113d-4c15-b2c8-68e3c22b9f80",
        "158c047a-c907-4556-b7ef-446551a6b5f7",
        "17315797-102d-40b4-93e0-432062caca18",
        "e6d1a23a-da11-4be4-9570-befc86d067a7",
        "b1be1c3e-b65d-4f19-8427-f6fa0d97feb9",
        "62e90394-69f5-4237-9190-012177145e10",
        "8ac3fc64-6eca-42ea-9e69-59f4c7b60eb2",
        "7be44c8a-adaf-4e2a-84d6-ab2649e08a13",
        "e8611ab8-c189-46e8-94e1-60213ab1f814",
        "194ae4cb-b126-40b2-bd5b-6091b380977d"
      ],
      "includeUsers": []
    },
    "times": null
  },
  "createdDateTime": "2026-01-20T11:23:15.8884238\u002B00:00",
  "displayName": "IAC - GLOBAL \u2013 SESSION \u2013 Admin Persistence (1 Hours)",
  "modifiedDateTime": "2026-01-25T17:40:55.7221835\u002B00:00",
  "sessionControls": {
    "persistentBrowser": {
      "isEnabled": true,
      "@odata.type": "#microsoft.graph.persistentBrowserSessionControl",
      "mode": "never"
    },
    "signInFrequency": {
      "isEnabled": true,
      "@odata.type": "#microsoft.graph.signInFrequencySessionControl",
      "authenticationType": "primaryAndSecondaryAuthentication",
      "frequencyInterval": "timeBased",
      "type": "hours",
      "value": 1
    }
  },
  "state": "disabled"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9b3cac24-065b-4233-8114-1c11e6894676}" type="slidenum">
              <a:rPr/>
              <a:t>18</a:t>
            </a:fld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GLOBAL – SESSION – All Users Persistence (9-12 Hours)</a:t>
            </a:r>
          </a:p>
          <a:p>
            <a:pPr/>
            <a:r>
              <a:rPr/>
              <a:t>Portal link: https://entra.microsoft.com/#view/Microsoft_AAD_ConditionalAccess/PolicyBlade/policyId/f610c72d-e0de-4328-b3ed-4f88cbeea4e5
</a:t>
            </a:r>
          </a:p>
          <a:p>
            <a:pPr/>
            <a:r>
              <a:rPr/>
              <a:t>{
  "id": "f610c72d-e0de-4328-b3ed-4f88cbeea4e5",
  "templateId": null,
  "deletedDateTime": null,
  "partialEnablementStrategy": null,
  "conditions": {
    "applications": {
      "excludeApplications": [],
      "includeApplications": [
        "All"
      ],
      "includeAuthenticationContextClassReferences": [],
      "includeUserActions": []
    },
    "clientAppTypes": [
      "browser"
    ],
    "signInRiskLevels": [],
    "userRiskLevels": [],
    "users": {
      "excludeGroups": [
        "96437e0d-3d7c-4e28-b9bf-0fa68eabbff7"
      ],
      "excludeRoles": [],
      "excludeUsers": [],
      "includeGroups": [],
      "includeRoles": [],
      "includeUsers": [
        "All"
      ]
    },
    "times": null
  },
  "createdDateTime": "2026-01-20T11:23:17.0446549\u002B00:00",
  "displayName": "IAC - GLOBAL \u2013 SESSION \u2013 All Users Persistence (9-12 Hours)",
  "modifiedDateTime": "2026-01-25T17:40:56.6663462\u002B00:00",
  "sessionControls": {
    "persistentBrowser": {
      "isEnabled": true,
      "@odata.type": "#microsoft.graph.persistentBrowserSessionControl",
      "mode": "never"
    },
    "signInFrequency": {
      "isEnabled": true,
      "@odata.type": "#microsoft.graph.signInFrequencySessionControl",
      "authenticationType": "primaryAndSecondaryAuthentication",
      "frequencyInterval": "timeBased",
      "type": "hours",
      "value": 12
    }
  },
  "state": "disabled"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a2c0cd14-bdb5-4683-af5f-0ca0d2949521}" type="slidenum">
              <a:rPr/>
              <a:t>19</a:t>
            </a:fld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INTUNE - BLOCK - RequireCompliantDevice - NonTrustedLocations</a:t>
            </a:r>
          </a:p>
          <a:p>
            <a:pPr/>
            <a:r>
              <a:rPr/>
              <a:t>Portal link: https://entra.microsoft.com/#view/Microsoft_AAD_ConditionalAccess/PolicyBlade/policyId/0a5ccb36-ae98-4cce-95e8-29590509444b
</a:t>
            </a:r>
          </a:p>
          <a:p>
            <a:pPr/>
            <a:r>
              <a:rPr/>
              <a:t>{
  "id": "0a5ccb36-ae98-4cce-95e8-29590509444b",
  "templateId": null,
  "deletedDateTime": null,
  "partialEnablementStrategy": null,
  "conditions": {
    "applications": {
      "excludeApplications": [],
      "includeApplications": [
        "All"
      ],
      "includeAuthenticationContextClassReferences": [],
      "includeUserActions": []
    },
    "clientAppTypes": [
      "all"
    ],
    "devices": {
      "deviceFilter": {
        "mode": "exclude",
        "rule": "device.isCompliant -eq True -and device.trustType -eq \u0022ServerAD\u0022 -or device.trustType -eq \u0022AzureAD\u0022"
      },
      "excludeDevices": [],
      "excludeDeviceStates": [],
      "includeDevices": [],
      "includeDeviceStates": []
    },
    "signInRiskLevels": [],
    "userRiskLevels": [],
    "users": {
      "excludeGroups": [
        "96437e0d-3d7c-4e28-b9bf-0fa68eabbff7",
        "e049decf-767b-46ac-a24e-49fda83cba05"
      ],
      "excludeRoles": [],
      "excludeUsers": [],
      "includeGroups": [],
      "includeRoles": [],
      "includeUsers": [
        "All"
      ]
    },
    "times": null
  },
  "createdDateTime": "2026-01-20T11:23:18.2326256\u002B00:00",
  "displayName": "IAC - INTUNE - BLOCK - RequireCompliantDevice - NonTrustedLocations",
  "grantControls": {
    "builtInControls": [
      "block"
    ],
    "customAuthenticationFactors": [],
    "operator": "OR",
    "termsOfUse": [],
    "authenticationStrength@odata.context": "https://graph.microsoft.com/beta/$metadata#policies/conditionalAccessPolicies(\u00270a5ccb36-ae98-4cce-95e8-29590509444b\u0027)/grantControls/authenticationStrength/$entity"
  },
  "modifiedDateTime": "2026-01-25T17:40:57.5283032\u002B00:00",
  "state": "disabled"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bfbb1669-6a5c-42ab-952b-849a20600275}" type="slidenum">
              <a:rPr/>
              <a:t>20</a:t>
            </a:fld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INTUNE - GRANT - RequireCompliantDevice</a:t>
            </a:r>
          </a:p>
          <a:p>
            <a:pPr/>
            <a:r>
              <a:rPr/>
              <a:t>Portal link: https://entra.microsoft.com/#view/Microsoft_AAD_ConditionalAccess/PolicyBlade/policyId/0e7033c0-6543-4be2-948c-93596700fae2
</a:t>
            </a:r>
          </a:p>
          <a:p>
            <a:pPr/>
            <a:r>
              <a:rPr/>
              <a:t>{
  "id": "0e7033c0-6543-4be2-948c-93596700fae2",
  "templateId": null,
  "deletedDateTime": null,
  "partialEnablementStrategy": null,
  "conditions": {
    "applications": {
      "excludeApplications": [],
      "includeApplications": [
        "All"
      ],
      "includeAuthenticationContextClassReferences": [],
      "includeUserActions": []
    },
    "clientAppTypes": [
      "all"
    ],
    "locations": {
      "excludeLocations": [
        "AllTrusted"
      ],
      "includeLocations": [
        "AllTrusted"
      ]
    },
    "signInRiskLevels": [],
    "userRiskLevels": [],
    "users": {
      "excludeGroups": [
        "96437e0d-3d7c-4e28-b9bf-0fa68eabbff7",
        "e049decf-767b-46ac-a24e-49fda83cba05"
      ],
      "excludeRoles": [],
      "excludeUsers": [],
      "includeGroups": [],
      "includeRoles": [],
      "includeUsers": [
        "All"
      ]
    },
    "times": null
  },
  "createdDateTime": "2026-01-20T11:23:19.633627\u002B00:00",
  "displayName": "IAC - INTUNE - GRANT - RequireCompliantDevice",
  "grantControls": {
    "builtInControls": [
      "compliantDevice",
      "domainJoinedDevice"
    ],
    "customAuthenticationFactors": [],
    "operator": "OR",
    "termsOfUse": [],
    "authenticationStrength@odata.context": "https://graph.microsoft.com/beta/$metadata#policies/conditionalAccessPolicies(\u00270e7033c0-6543-4be2-948c-93596700fae2\u0027)/grantControls/authenticationStrength/$entity"
  },
  "modifiedDateTime": "2026-01-25T17:40:58.7465601\u002B00:00",
  "state": "disabled"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31516ee7-4e22-41cd-946b-6ca63286117c}" type="slidenum">
              <a:rPr/>
              <a:t>21</a:t>
            </a:fld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INTUNE – GRANT – Device Registration from trusted location</a:t>
            </a:r>
          </a:p>
          <a:p>
            <a:pPr/>
            <a:r>
              <a:rPr/>
              <a:t>Portal link: https://entra.microsoft.com/#view/Microsoft_AAD_ConditionalAccess/PolicyBlade/policyId/dff33769-98c3-4c58-85b3-7e1e59774e6d
</a:t>
            </a:r>
          </a:p>
          <a:p>
            <a:pPr/>
            <a:r>
              <a:rPr/>
              <a:t>{
  "id": "dff33769-98c3-4c58-85b3-7e1e59774e6d",
  "templateId": null,
  "deletedDateTime": null,
  "partialEnablementStrategy": null,
  "conditions": {
    "applications": {
      "excludeApplications": [],
      "includeApplications": [],
      "includeAuthenticationContextClassReferences": [],
      "includeUserActions": [
        "urn:user:registerdevice"
      ]
    },
    "clientAppTypes": [
      "all"
    ],
    "signInRiskLevels": [],
    "userRiskLevels": [],
    "users": {
      "excludeGroups": [
        "96437e0d-3d7c-4e28-b9bf-0fa68eabbff7",
        "e049decf-767b-46ac-a24e-49fda83cba05"
      ],
      "excludeRoles": [],
      "excludeUsers": [],
      "includeGroups": [],
      "includeRoles": [],
      "includeUsers": [
        "All"
      ]
    },
    "times": null
  },
  "createdDateTime": "2026-01-20T11:31:37.8221762\u002B00:00",
  "displayName": "IAC - INTUNE \u2013 GRANT \u2013 Device Registration from trusted location",
  "grantControls": {
    "authenticationStrength": {
      "id": "00000000-0000-0000-0000-000000000002",
      "combinationConfigurations@odata.context": "https://graph.microsoft.com/beta/$metadata#policies/conditionalAccessPolicies(\u0027dff33769-98c3-4c58-85b3-7e1e59774e6d\u0027)/grantControls/authenticationStrength/combinationConfigurations",
      "allowedCombinations": [
        "windowsHelloForBusiness",
        "fido2",
        "x509CertificateMultiFactor",
        "deviceBasedPush",
        "temporaryAccessPassOneTime",
        "temporaryAccessPassMultiUse",
        "microsoftAuthenticatorPush",
        "softwareOath",
        "hardwareOath",
        "sms",
        "voice",
        "federatedMultiFactor",
        "federatedMultiFactor",
        "federatedMultiFactor",
        "federatedSingleFactor",
        "federatedSingleFactor",
        "federatedMultiFactor"
      ],
      "combinationConfigurations": [],
      "createdDateTime": "2021-12-01T08:00:00\u002B00:00",
      "description": "Combinations of methods that satisfy strong authentication, such as a password \u002B SMS",
      "displayName": "Multifactor authentication",
      "modifiedDateTime": "2021-12-01T08:00:00\u002B00:00",
      "policyType": "builtIn",
      "requirementsSatisfied": "mfa"
    },
    "builtInControls": [],
    "customAuthenticationFactors": [],
    "operator": "OR",
    "termsOfUse": [],
    "authenticationStrength@odata.context": "https://graph.microsoft.com/beta/$metadata#policies/conditionalAccessPolicies(\u0027dff33769-98c3-4c58-85b3-7e1e59774e6d\u0027)/grantControls/authenticationStrength/$entity"
  },
  "modifiedDateTime": "2026-01-25T17:41:10.3197401\u002B00:00",
  "state": "disabled"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3dce9a26-c61d-4f9e-9f72-ed2d5099aa30}" type="slidenum">
              <a:rPr/>
              <a:t>22</a:t>
            </a:fld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INTUNE – GRANT – Mobile Apps and Desktop Clients</a:t>
            </a:r>
          </a:p>
          <a:p>
            <a:pPr/>
            <a:r>
              <a:rPr/>
              <a:t>Portal link: https://entra.microsoft.com/#view/Microsoft_AAD_ConditionalAccess/PolicyBlade/policyId/a77f93c3-8ea1-44fe-b2f2-ff093949e8e1
</a:t>
            </a:r>
          </a:p>
          <a:p>
            <a:pPr/>
            <a:r>
              <a:rPr/>
              <a:t>{
  "id": "a77f93c3-8ea1-44fe-b2f2-ff093949e8e1",
  "templateId": null,
  "deletedDateTime": null,
  "partialEnablementStrategy": null,
  "conditions": {
    "applications": {
      "excludeApplications": [],
      "includeApplications": [
        "All"
      ],
      "includeAuthenticationContextClassReferences": [],
      "includeUserActions": []
    },
    "clientAppTypes": [
      "mobileAppsAndDesktopClients"
    ],
    "signInRiskLevels": [],
    "userRiskLevels": [],
    "users": {
      "excludeGroups": [
        "96437e0d-3d7c-4e28-b9bf-0fa68eabbff7",
        "e049decf-767b-46ac-a24e-49fda83cba05"
      ],
      "excludeRoles": [
        "d29b2b05-8046-44ba-8758-1e26182fcf32"
      ],
      "excludeUsers": [],
      "includeGroups": [],
      "includeRoles": [],
      "includeUsers": [
        "All"
      ]
    },
    "times": null
  },
  "createdDateTime": "2026-01-20T11:23:20.8348603\u002B00:00",
  "displayName": "IAC - INTUNE \u2013 GRANT \u2013 Mobile Apps and Desktop Clients",
  "grantControls": {
    "builtInControls": [
      "compliantDevice"
    ],
    "customAuthenticationFactors": [],
    "operator": "OR",
    "termsOfUse": [],
    "authenticationStrength@odata.context": "https://graph.microsoft.com/beta/$metadata#policies/conditionalAccessPolicies(\u0027a77f93c3-8ea1-44fe-b2f2-ff093949e8e1\u0027)/grantControls/authenticationStrength/$entity"
  },
  "modifiedDateTime": "2026-01-25T17:40:59.6254414\u002B00:00",
  "state": "disabled"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ea7331fc-fba6-4044-8d22-a76966ed96e9}" type="slidenum">
              <a:rPr/>
              <a:t>23</a:t>
            </a:fld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INTUNE – GRANT – Mobile Device Access Requirements</a:t>
            </a:r>
          </a:p>
          <a:p>
            <a:pPr/>
            <a:r>
              <a:rPr/>
              <a:t>Portal link: https://entra.microsoft.com/#view/Microsoft_AAD_ConditionalAccess/PolicyBlade/policyId/f4a8ac7b-4106-498a-9376-36afdf429a7f
</a:t>
            </a:r>
          </a:p>
          <a:p>
            <a:pPr/>
            <a:r>
              <a:rPr/>
              <a:t>{
  "id": "f4a8ac7b-4106-498a-9376-36afdf429a7f",
  "templateId": null,
  "deletedDateTime": null,
  "partialEnablementStrategy": null,
  "conditions": {
    "applications": {
      "excludeApplications": [
        "0000000a-0000-0000-c000-000000000000"
      ],
      "includeApplications": [
        "Office365"
      ],
      "includeAuthenticationContextClassReferences": [],
      "includeUserActions": []
    },
    "clientAppTypes": [
      "mobileAppsAndDesktopClients"
    ],
    "platforms": {
      "excludePlatforms": [],
      "includePlatforms": [
        "android",
        "iOS"
      ]
    },
    "signInRiskLevels": [],
    "userRiskLevels": [],
    "users": {
      "excludeGroups": [
        "96437e0d-3d7c-4e28-b9bf-0fa68eabbff7"
      ],
      "excludeRoles": [],
      "excludeUsers": [],
      "includeGroups": [],
      "includeRoles": [],
      "includeUsers": [
        "All"
      ]
    },
    "times": null
  },
  "createdDateTime": "2026-01-20T11:23:21.8854471\u002B00:00",
  "displayName": "IAC - INTUNE \u2013 GRANT \u2013 Mobile Device Access Requirements",
  "grantControls": {
    "builtInControls": [
      "compliantDevice",
      "compliantApplication"
    ],
    "customAuthenticationFactors": [],
    "operator": "OR",
    "termsOfUse": [],
    "authenticationStrength@odata.context": "https://graph.microsoft.com/beta/$metadata#policies/conditionalAccessPolicies(\u0027f4a8ac7b-4106-498a-9376-36afdf429a7f\u0027)/grantControls/authenticationStrength/$entity"
  },
  "modifiedDateTime": "2026-01-25T17:41:01.0930617\u002B00:00",
  "state": "disabled"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e99f787e-b8bd-4444-9c49-6ffc4b71efaf}" type="slidenum">
              <a:rPr/>
              <a:t>24</a:t>
            </a:fld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INTUNE – SESSION – Block File Downloads On Unmanaged Devices</a:t>
            </a:r>
          </a:p>
          <a:p>
            <a:pPr/>
            <a:r>
              <a:rPr/>
              <a:t>Portal link: https://entra.microsoft.com/#view/Microsoft_AAD_ConditionalAccess/PolicyBlade/policyId/76f93b1d-d34c-40aa-a10c-193c7214d3c8
</a:t>
            </a:r>
          </a:p>
          <a:p>
            <a:pPr/>
            <a:r>
              <a:rPr/>
              <a:t>{
  "id": "76f93b1d-d34c-40aa-a10c-193c7214d3c8",
  "templateId": null,
  "deletedDateTime": null,
  "partialEnablementStrategy": null,
  "conditions": {
    "applications": {
      "excludeApplications": [],
      "includeApplications": [
        "Office365"
      ],
      "includeAuthenticationContextClassReferences": [],
      "includeUserActions": []
    },
    "clientAppTypes": [
      "all"
    ],
    "devices": {
      "deviceFilter": {
        "mode": "exclude",
        "rule": "device.isCompliant -eq True -or device.trustType -eq \u0022AzureAD\u0022 -or device.trustType -eq \u0022ServerAD\u0022"
      },
      "excludeDevices": [],
      "excludeDeviceStates": [],
      "includeDevices": [],
      "includeDeviceStates": []
    },
    "locations": {
      "excludeLocations": [
        "AllTrusted"
      ],
      "includeLocations": [
        "All"
      ]
    },
    "platforms": {
      "excludePlatforms": [
        "android",
        "iOS",
        "windows",
        "macOS"
      ],
      "includePlatforms": [
        "all"
      ]
    },
    "signInRiskLevels": [],
    "userRiskLevels": [],
    "users": {
      "excludeGroups": [
        "96437e0d-3d7c-4e28-b9bf-0fa68eabbff7",
        "e049decf-767b-46ac-a24e-49fda83cba05"
      ],
      "excludeRoles": [],
      "excludeUsers": [],
      "includeGroups": [],
      "includeRoles": [],
      "includeUsers": [
        "All"
      ]
    },
    "times": null
  },
  "createdDateTime": "2026-01-20T11:23:23.9880437\u002B00:00",
  "displayName": "IAC - INTUNE \u2013 SESSION \u2013 Block File Downloads On Unmanaged Devices",
  "modifiedDateTime": "2026-01-25T17:41:02.1846123\u002B00:00",
  "sessionControls": {
    "cloudAppSecurity": {
      "isEnabled": true,
      "@odata.type": "#microsoft.graph.cloudAppSecuritySessionControl",
      "cloudAppSecurityType": "blockDownloads"
    }
  },
  "state": "disabled"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be17829a-3ef7-49d0-8f96-0c935845d4e2}" type="slidenum">
              <a:rPr/>
              <a:t>25</a:t>
            </a:fld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INTUNE – SESSION – BYOD Persistence</a:t>
            </a:r>
          </a:p>
          <a:p>
            <a:pPr/>
            <a:r>
              <a:rPr/>
              <a:t>Portal link: https://entra.microsoft.com/#view/Microsoft_AAD_ConditionalAccess/PolicyBlade/policyId/5b4c6c9d-4960-4b1e-997f-7d155483053a
</a:t>
            </a:r>
          </a:p>
          <a:p>
            <a:pPr/>
            <a:r>
              <a:rPr/>
              <a:t>{
  "id": "5b4c6c9d-4960-4b1e-997f-7d155483053a",
  "templateId": null,
  "deletedDateTime": null,
  "partialEnablementStrategy": null,
  "conditions": {
    "applications": {
      "excludeApplications": [],
      "includeApplications": [
        "All"
      ],
      "includeAuthenticationContextClassReferences": [],
      "includeUserActions": []
    },
    "clientAppTypes": [
      "all"
    ],
    "devices": {
      "deviceFilter": {
        "mode": "exclude",
        "rule": "device.isCompliant -eq True"
      },
      "excludeDevices": [],
      "excludeDeviceStates": [],
      "includeDevices": [],
      "includeDeviceStates": []
    },
    "signInRiskLevels": [],
    "userRiskLevels": [],
    "users": {
      "excludeGroups": [
        "96437e0d-3d7c-4e28-b9bf-0fa68eabbff7",
        "540a2f19-a6e6-469d-b769-77e152138d96"
      ],
      "excludeRoles": [],
      "excludeUsers": [],
      "includeGroups": [],
      "includeRoles": [],
      "includeUsers": [
        "All"
      ]
    },
    "times": null
  },
  "createdDateTime": "2026-01-20T11:23:25.328945\u002B00:00",
  "displayName": "IAC - INTUNE \u2013 SESSION \u2013 BYOD Persistence",
  "modifiedDateTime": "2026-01-25T17:41:03.1386819\u002B00:00",
  "sessionControls": {
    "persistentBrowser": {
      "isEnabled": true,
      "@odata.type": "#microsoft.graph.persistentBrowserSessionControl",
      "mode": "never"
    },
    "signInFrequency": {
      "isEnabled": true,
      "@odata.type": "#microsoft.graph.signInFrequencySessionControl",
      "authenticationType": "primaryAndSecondaryAuthentication",
      "frequencyInterval": "timeBased",
      "type": "hours",
      "value": 9
    }
  },
  "state": "disabled"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72723c8b-f578-4391-9362-231e6e4e02b8}" type="slidenum">
              <a:rPr/>
              <a:t>26</a:t>
            </a:fld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P2 - GLOBAL - BLOCK - RiskyUsers - RegisterSecurityInfoRequirements</a:t>
            </a:r>
          </a:p>
          <a:p>
            <a:pPr/>
            <a:r>
              <a:rPr/>
              <a:t>Portal link: https://entra.microsoft.com/#view/Microsoft_AAD_ConditionalAccess/PolicyBlade/policyId/f14f2321-e8b9-413f-b313-2357925e13ce
</a:t>
            </a:r>
          </a:p>
          <a:p>
            <a:pPr/>
            <a:r>
              <a:rPr/>
              <a:t>{
  "id": "f14f2321-e8b9-413f-b313-2357925e13ce",
  "templateId": null,
  "deletedDateTime": null,
  "partialEnablementStrategy": null,
  "conditions": {
    "applications": {
      "excludeApplications": [],
      "includeApplications": [],
      "includeAuthenticationContextClassReferences": [],
      "includeUserActions": [
        "urn:user:registersecurityinfo"
      ]
    },
    "clientAppTypes": [
      "all"
    ],
    "signInRiskLevels": [],
    "userRiskLevels": [
      "high",
      "medium"
    ],
    "users": {
      "excludeGroups": [
        "96437e0d-3d7c-4e28-b9bf-0fa68eabbff7"
      ],
      "excludeRoles": [],
      "excludeUsers": [],
      "includeGroups": [],
      "includeRoles": [],
      "includeUsers": [
        "All"
      ]
    },
    "times": null
  },
  "createdDateTime": "2026-01-20T11:23:26.6504682\u002B00:00",
  "displayName": "IAC - P2 - GLOBAL - BLOCK - RiskyUsers - RegisterSecurityInfoRequirements",
  "grantControls": {
    "builtInControls": [
      "block"
    ],
    "customAuthenticationFactors": [],
    "operator": "OR",
    "termsOfUse": [],
    "authenticationStrength@odata.context": "https://graph.microsoft.com/beta/$metadata#policies/conditionalAccessPolicies(\u0027f14f2321-e8b9-413f-b313-2357925e13ce\u0027)/grantControls/authenticationStrength/$entity"
  },
  "modifiedDateTime": "2026-01-25T17:41:03.9247259\u002B00:00",
  "state": "disabled"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98aa2137-07f2-4afd-b714-0e6ef1fdae94}" type="slidenum">
              <a:rPr/>
              <a:t>27</a:t>
            </a:fld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P2 - GLOBAL – GRANT – High-Risk Sign-Ins</a:t>
            </a:r>
          </a:p>
          <a:p>
            <a:pPr/>
            <a:r>
              <a:rPr/>
              <a:t>Portal link: https://entra.microsoft.com/#view/Microsoft_AAD_ConditionalAccess/PolicyBlade/policyId/80c58aa4-2fe4-42a0-983a-df2b8b8c6978
</a:t>
            </a:r>
          </a:p>
          <a:p>
            <a:pPr/>
            <a:r>
              <a:rPr/>
              <a:t>{
  "id": "80c58aa4-2fe4-42a0-983a-df2b8b8c6978",
  "templateId": null,
  "deletedDateTime": null,
  "partialEnablementStrategy": null,
  "conditions": {
    "applications": {
      "excludeApplications": [],
      "includeApplications": [
        "All"
      ],
      "includeAuthenticationContextClassReferences": [],
      "includeUserActions": []
    },
    "clientAppTypes": [
      "all"
    ],
    "signInRiskLevels": [
      "high"
    ],
    "userRiskLevels": [],
    "users": {
      "excludeGroups": [
        "96437e0d-3d7c-4e28-b9bf-0fa68eabbff7",
        "540a2f19-a6e6-469d-b769-77e152138d96"
      ],
      "excludeRoles": [],
      "excludeUsers": [],
      "includeGroups": [],
      "includeRoles": [],
      "includeUsers": [
        "All"
      ]
    },
    "times": null
  },
  "createdDateTime": "2026-01-20T11:23:29.5663502\u002B00:00",
  "displayName": "IAC - P2 - GLOBAL \u2013 GRANT \u2013 High-Risk Sign-Ins",
  "grantControls": {
    "authenticationStrength": {
      "id": "3c62472b-475e-4674-b63d-1cabdf66e656",
      "combinationConfigurations@odata.context": "https://graph.microsoft.com/beta/$metadata#policies/conditionalAccessPolicies(\u002780c58aa4-2fe4-42a0-983a-df2b8b8c6978\u0027)/grantControls/authenticationStrength/combinationConfigurations",
      "allowedCombinations": [
        "windowsHelloForBusiness",
        "fido2",
        "x509CertificateMultiFactor",
        "temporaryAccessPassOneTime",
        "temporaryAccessPassMultiUse"
      ],
      "combinationConfigurations": [],
      "createdDateTime": "2026-01-20T11:22:54.5336342\u002B00:00",
      "description": "",
      "displayName": "Modern MFA \u002B TAP",
      "modifiedDateTime": "2026-01-20T11:22:54.5336342\u002B00:00",
      "policyType": "custom",
      "requirementsSatisfied": "mfa"
    },
    "builtInControls": [],
    "customAuthenticationFactors": [],
    "operator": "OR",
    "termsOfUse": [],
    "authenticationStrength@odata.context": "https://graph.microsoft.com/beta/$metadata#policies/conditionalAccessPolicies(\u002780c58aa4-2fe4-42a0-983a-df2b8b8c6978\u0027)/grantControls/authenticationStrength/$entity"
  },
  "modifiedDateTime": "2026-01-25T17:41:04.9626265\u002B00:00",
  "sessionControls": {
    "signInFrequency": {
      "isEnabled": true,
      "@odata.type": "#microsoft.graph.signInFrequencySessionControl",
      "authenticationType": "primaryAndSecondaryAuthentication",
      "frequencyInterval": "everyTime"
    }
  },
  "state": "disabled"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fc061b3f-64b1-48a2-83e9-8eee79ba700d}" type="slidenum">
              <a:rPr/>
              <a:t>28</a:t>
            </a:fld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P2 - GLOBAL – GRANT – High-Risk Users</a:t>
            </a:r>
          </a:p>
          <a:p>
            <a:pPr/>
            <a:r>
              <a:rPr/>
              <a:t>Portal link: https://entra.microsoft.com/#view/Microsoft_AAD_ConditionalAccess/PolicyBlade/policyId/ea8a2827-e3f1-49b6-a042-766c2a692ad8
</a:t>
            </a:r>
          </a:p>
          <a:p>
            <a:pPr/>
            <a:r>
              <a:rPr/>
              <a:t>{
  "id": "ea8a2827-e3f1-49b6-a042-766c2a692ad8",
  "templateId": null,
  "deletedDateTime": null,
  "partialEnablementStrategy": null,
  "conditions": {
    "applications": {
      "excludeApplications": [],
      "includeApplications": [
        "All"
      ],
      "includeAuthenticationContextClassReferences": [],
      "includeUserActions": []
    },
    "clientAppTypes": [
      "all"
    ],
    "signInRiskLevels": [],
    "userRiskLevels": [
      "high"
    ],
    "users": {
      "excludeGroups": [
        "96437e0d-3d7c-4e28-b9bf-0fa68eabbff7",
        "540a2f19-a6e6-469d-b769-77e152138d96"
      ],
      "excludeRoles": [],
      "excludeUsers": [],
      "includeGroups": [],
      "includeRoles": [],
      "includeUsers": [
        "All"
      ]
    },
    "times": null
  },
  "createdDateTime": "2026-01-20T11:23:31.3244909\u002B00:00",
  "displayName": "IAC - P2 - GLOBAL \u2013 GRANT \u2013 High-Risk Users",
  "grantControls": {
    "builtInControls": [
      "mfa",
      "passwordChange"
    ],
    "customAuthenticationFactors": [],
    "operator": "AND",
    "termsOfUse": [],
    "authenticationStrength@odata.context": "https://graph.microsoft.com/beta/$metadata#policies/conditionalAccessPolicies(\u0027ea8a2827-e3f1-49b6-a042-766c2a692ad8\u0027)/grantControls/authenticationStrength/$entity"
  },
  "modifiedDateTime": "2026-01-25T17:41:05.9648548\u002B00:00",
  "sessionControls": {
    "signInFrequency": {
      "isEnabled": true,
      "@odata.type": "#microsoft.graph.signInFrequencySessionControl",
      "authenticationType": "primaryAndSecondaryAuthentication",
      "frequencyInterval": "everyTime"
    }
  },
  "state": "disabled"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19c52c9a-a8b6-426c-98f3-7a8eec9e18c4}" type="slidenum">
              <a:rPr/>
              <a:t>29</a:t>
            </a:fld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P2 - GLOBAL – GRANT – Medium-Risk Sign-Ins</a:t>
            </a:r>
          </a:p>
          <a:p>
            <a:pPr/>
            <a:r>
              <a:rPr/>
              <a:t>Portal link: https://entra.microsoft.com/#view/Microsoft_AAD_ConditionalAccess/PolicyBlade/policyId/1c1bd898-4011-486f-89c6-f73137df3d87
</a:t>
            </a:r>
          </a:p>
          <a:p>
            <a:pPr/>
            <a:r>
              <a:rPr/>
              <a:t>{
  "id": "1c1bd898-4011-486f-89c6-f73137df3d87",
  "templateId": null,
  "deletedDateTime": null,
  "partialEnablementStrategy": null,
  "conditions": {
    "applications": {
      "excludeApplications": [],
      "includeApplications": [
        "All"
      ],
      "includeAuthenticationContextClassReferences": [],
      "includeUserActions": []
    },
    "clientAppTypes": [
      "all"
    ],
    "signInRiskLevels": [
      "medium"
    ],
    "userRiskLevels": [],
    "users": {
      "excludeGroups": [
        "96437e0d-3d7c-4e28-b9bf-0fa68eabbff7",
        "540a2f19-a6e6-469d-b769-77e152138d96"
      ],
      "excludeRoles": [],
      "excludeUsers": [],
      "includeGroups": [],
      "includeRoles": [],
      "includeUsers": [
        "All"
      ]
    },
    "times": null
  },
  "createdDateTime": "2026-01-20T11:23:32.5078208\u002B00:00",
  "displayName": "IAC - P2 - GLOBAL \u2013 GRANT \u2013 Medium-Risk Sign-Ins",
  "grantControls": {
    "builtInControls": [
      "mfa"
    ],
    "customAuthenticationFactors": [],
    "operator": "OR",
    "termsOfUse": [],
    "authenticationStrength@odata.context": "https://graph.microsoft.com/beta/$metadata#policies/conditionalAccessPolicies(\u00271c1bd898-4011-486f-89c6-f73137df3d87\u0027)/grantControls/authenticationStrength/$entity"
  },
  "modifiedDateTime": "2026-01-25T17:41:06.7839852\u002B00:00",
  "state": "disabled"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39121286-02ed-40dd-a1a3-50aec07292a3}" type="slidenum">
              <a:rPr/>
              <a:t>30</a:t>
            </a:fld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IAC - P2 - GLOBAL – GRANT – Medium-Risk Users</a:t>
            </a:r>
          </a:p>
          <a:p>
            <a:pPr/>
            <a:r>
              <a:rPr/>
              <a:t>Portal link: https://entra.microsoft.com/#view/Microsoft_AAD_ConditionalAccess/PolicyBlade/policyId/d1cbbdd9-ee1f-4582-9970-59560e1ff378
</a:t>
            </a:r>
          </a:p>
          <a:p>
            <a:pPr/>
            <a:r>
              <a:rPr/>
              <a:t>{
  "id": "d1cbbdd9-ee1f-4582-9970-59560e1ff378",
  "templateId": null,
  "deletedDateTime": null,
  "partialEnablementStrategy": null,
  "conditions": {
    "applications": {
      "excludeApplications": [],
      "includeApplications": [
        "None"
      ],
      "includeAuthenticationContextClassReferences": [],
      "includeUserActions": []
    },
    "clientAppTypes": [
      "all"
    ],
    "signInRiskLevels": [
      "medium"
    ],
    "userRiskLevels": [],
    "users": {
      "excludeGroups": [
        "96437e0d-3d7c-4e28-b9bf-0fa68eabbff7",
        "540a2f19-a6e6-469d-b769-77e152138d96"
      ],
      "excludeRoles": [],
      "excludeUsers": [],
      "includeGroups": [],
      "includeRoles": [],
      "includeUsers": [
        "All"
      ]
    },
    "times": null
  },
  "createdDateTime": "2026-01-20T11:23:33.6714318\u002B00:00",
  "displayName": "IAC - P2 - GLOBAL \u2013 GRANT \u2013 Medium-Risk Users",
  "grantControls": {
    "builtInControls": [
      "mfa"
    ],
    "customAuthenticationFactors": [],
    "operator": "OR",
    "termsOfUse": [],
    "authenticationStrength@odata.context": "https://graph.microsoft.com/beta/$metadata#policies/conditionalAccessPolicies(\u0027d1cbbdd9-ee1f-4582-9970-59560e1ff378\u0027)/grantControls/authenticationStrength/$entity"
  },
  "modifiedDateTime": "2026-01-25T17:41:07.5809559\u002B00:00",
  "state": "disabled"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05666691-b085-4d35-b7de-23b9af716d51}" type="slidenum">
              <a:rPr/>
              <a:t>31</a:t>
            </a:fld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"/>
          <p:cNvSpPr>
            <a:spLocks noGrp="1"/>
          </p:cNvSpPr>
          <p:nvPr>
            <p:ph type="sldImg" idx="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</a:p>
          <a:p>
            <a:pPr/>
            <a:r>
              <a:rPr/>
              <a:t>Microsoft-managed: Block legacy authentication</a:t>
            </a:r>
          </a:p>
          <a:p>
            <a:pPr/>
            <a:r>
              <a:rPr/>
              <a:t>Portal link: https://entra.microsoft.com/#view/Microsoft_AAD_ConditionalAccess/PolicyBlade/policyId/8cc3bbb7-ba17-4525-898e-470b3c91b5e0
</a:t>
            </a:r>
          </a:p>
          <a:p>
            <a:pPr/>
            <a:r>
              <a:rPr/>
              <a:t>{
  "id": "8cc3bbb7-ba17-4525-898e-470b3c91b5e0",
  "templateId": "4200930c-0da2-4e33-ca01-000000000009",
  "deletedDateTime": null,
  "partialEnablementStrategy": null,
  "conditions": {
    "applications": {
      "excludeApplications": [],
      "includeApplications": [
        "All"
      ],
      "includeAuthenticationContextClassReferences": [],
      "includeUserActions": []
    },
    "clientAppTypes": [
      "exchangeActiveSync",
      "other"
    ],
    "signInRiskLevels": [],
    "userRiskLevels": [],
    "users": {
      "excludeGroups": [],
      "excludeRoles": [],
      "excludeUsers": [
        "a1197d08-a831-4c41-ad33-c384964d1f07"
      ],
      "includeGroups": [],
      "includeRoles": [],
      "includeUsers": [
        "All"
      ]
    },
    "times": null
  },
  "createdDateTime": "2026-01-25T17:19:40.9757187\u002B00:00",
  "displayName": "Microsoft-managed: Block legacy authentication",
  "grantControls": {
    "builtInControls": [
      "block"
    ],
    "customAuthenticationFactors": [],
    "operator": "OR",
    "termsOfUse": [],
    "authenticationStrength@odata.context": "https://graph.microsoft.com/beta/$metadata#policies/conditionalAccessPolicies(\u00278cc3bbb7-ba17-4525-898e-470b3c91b5e0\u0027)/grantControls/authenticationStrength/$entity"
  },
  "state": "disabled"
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r"/>
            <a:fld id="{26d52e1d-42d1-4392-8d9f-de788c740bc4}" type="slidenum">
              <a:rPr/>
              <a:t>32</a:t>
            </a:fld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white">
          <a:xfrm>
            <a:off x="1524000" y="1122363"/>
            <a:ext cx="9144000" cy="2387600"/>
          </a:xfrm>
          <a:ln>
            <a:headEnd type="none"/>
            <a:tailEnd type="none"/>
          </a:ln>
        </p:spPr>
        <p:txBody>
          <a:bodyPr anchor="b" wrap="square"/>
          <a:lstStyle>
            <a:lvl1pPr algn="ctr">
              <a:defRPr sz="6000" dirty="0"/>
            </a:lvl1pPr>
          </a:lstStyle>
          <a:p>
            <a:pPr/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white">
          <a:xfrm>
            <a:off x="1524000" y="3602038"/>
            <a:ext cx="9144000" cy="1655762"/>
          </a:xfrm>
          <a:ln>
            <a:headEnd type="none"/>
            <a:tailEnd type="none"/>
          </a:ln>
        </p:spPr>
        <p:txBody>
          <a:bodyPr wrap="square"/>
          <a:lstStyle>
            <a:lvl1pPr marL="0" indent="0" algn="ctr">
              <a:buNone/>
              <a:defRPr sz="2400" dirty="0"/>
            </a:lvl1pPr>
            <a:lvl2pPr marL="457200" indent="0" algn="ctr">
              <a:buNone/>
              <a:defRPr sz="2000" dirty="0"/>
            </a:lvl2pPr>
            <a:lvl3pPr marL="914400" indent="0" algn="ctr">
              <a:buNone/>
              <a:defRPr sz="1800" dirty="0"/>
            </a:lvl3pPr>
            <a:lvl4pPr marL="1371600" indent="0" algn="ctr">
              <a:buNone/>
              <a:defRPr sz="1600" dirty="0"/>
            </a:lvl4pPr>
            <a:lvl5pPr marL="1828800" indent="0" algn="ctr">
              <a:buNone/>
              <a:defRPr sz="1600" dirty="0"/>
            </a:lvl5pPr>
            <a:lvl6pPr marL="2286000" indent="0" algn="ctr">
              <a:buNone/>
              <a:defRPr sz="1600" dirty="0"/>
            </a:lvl6pPr>
            <a:lvl7pPr marL="2743200" indent="0" algn="ctr">
              <a:buNone/>
              <a:defRPr sz="1600" dirty="0"/>
            </a:lvl7pPr>
            <a:lvl8pPr marL="3200400" indent="0" algn="ctr">
              <a:buNone/>
              <a:defRPr sz="1600" dirty="0"/>
            </a:lvl8pPr>
            <a:lvl9pPr marL="3657600" indent="0" algn="ctr">
              <a:buNone/>
              <a:defRPr sz="1600" dirty="0"/>
            </a:lvl9pPr>
          </a:lstStyle>
          <a:p>
            <a:pPr/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fld id="{CF5C660C-50E5-B242-B3EF-2B7C8DA67512}" type="datetimeFigureOut">
              <a:rPr lang="en-US" dirty="0"/>
              <a:t>10/30/23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fld id="{E5D2F179-5036-4446-AD0F-8A2B0CE1BCDE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fld id="{CF5C660C-50E5-B242-B3EF-2B7C8DA67512}" type="datetimeFigureOut">
              <a:rPr lang="en-US" dirty="0"/>
              <a:t>10/30/23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fld id="{E5D2F179-5036-4446-AD0F-8A2B0CE1BCDE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xfrm>
            <a:off x="831850" y="1709738"/>
            <a:ext cx="10515600" cy="2852737"/>
          </a:xfrm>
          <a:ln>
            <a:headEnd type="none"/>
            <a:tailEnd type="none"/>
          </a:ln>
        </p:spPr>
        <p:txBody>
          <a:bodyPr anchor="b" wrap="square"/>
          <a:lstStyle>
            <a:lvl1pPr>
              <a:defRPr sz="6000" dirty="0"/>
            </a:lvl1pPr>
          </a:lstStyle>
          <a:p>
            <a:pPr/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xfrm>
            <a:off x="831850" y="4589463"/>
            <a:ext cx="10515600" cy="1500187"/>
          </a:xfrm>
          <a:ln>
            <a:headEnd type="none"/>
            <a:tailEnd type="none"/>
          </a:ln>
        </p:spPr>
        <p:txBody>
          <a:bodyPr wrap="square"/>
          <a:lstStyle>
            <a:lvl1pPr marL="0" indent="0">
              <a:buNone/>
              <a:defRPr sz="2400" dirty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 dirty="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 dirty="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 dirty="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 dirty="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 dirty="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 dirty="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 dirty="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 dirty="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fld id="{CF5C660C-50E5-B242-B3EF-2B7C8DA67512}" type="datetimeFigureOut">
              <a:rPr lang="en-US" dirty="0"/>
              <a:t>10/30/23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fld id="{E5D2F179-5036-4446-AD0F-8A2B0CE1BCDE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 bwMode="white">
          <a:xfrm>
            <a:off x="838200" y="1825625"/>
            <a:ext cx="5181600" cy="4351338"/>
          </a:xfrm>
          <a:ln>
            <a:headEnd type="none"/>
            <a:tailEnd type="none"/>
          </a:ln>
        </p:spPr>
        <p:txBody>
          <a:bodyPr wrap="square"/>
          <a:lstStyle/>
          <a:p>
            <a:pPr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white">
          <a:xfrm>
            <a:off x="6172200" y="1825625"/>
            <a:ext cx="5181600" cy="4351338"/>
          </a:xfrm>
          <a:ln>
            <a:headEnd type="none"/>
            <a:tailEnd type="none"/>
          </a:ln>
        </p:spPr>
        <p:txBody>
          <a:bodyPr wrap="square"/>
          <a:lstStyle/>
          <a:p>
            <a:pPr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fld id="{CF5C660C-50E5-B242-B3EF-2B7C8DA67512}" type="datetimeFigureOut">
              <a:rPr lang="en-US" dirty="0"/>
              <a:t>10/30/23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fld id="{E5D2F179-5036-4446-AD0F-8A2B0CE1BCDE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xfrm>
            <a:off x="839788" y="365125"/>
            <a:ext cx="10515600" cy="1325563"/>
          </a:xfrm>
          <a:ln>
            <a:headEnd type="none"/>
            <a:tailEnd type="none"/>
          </a:ln>
        </p:spPr>
        <p:txBody>
          <a:bodyPr wrap="square"/>
          <a:lstStyle/>
          <a:p>
            <a:pPr/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xfrm>
            <a:off x="839788" y="1681163"/>
            <a:ext cx="5157787" cy="823912"/>
          </a:xfrm>
          <a:ln>
            <a:headEnd type="none"/>
            <a:tailEnd type="none"/>
          </a:ln>
        </p:spPr>
        <p:txBody>
          <a:bodyPr anchor="b" wrap="square"/>
          <a:lstStyle>
            <a:lvl1pPr marL="0" indent="0">
              <a:buNone/>
              <a:defRPr sz="2400" b="1" dirty="0"/>
            </a:lvl1pPr>
            <a:lvl2pPr marL="457200" indent="0">
              <a:buNone/>
              <a:defRPr sz="2000" b="1" dirty="0"/>
            </a:lvl2pPr>
            <a:lvl3pPr marL="914400" indent="0">
              <a:buNone/>
              <a:defRPr sz="1800" b="1" dirty="0"/>
            </a:lvl3pPr>
            <a:lvl4pPr marL="1371600" indent="0">
              <a:buNone/>
              <a:defRPr sz="1600" b="1" dirty="0"/>
            </a:lvl4pPr>
            <a:lvl5pPr marL="1828800" indent="0">
              <a:buNone/>
              <a:defRPr sz="1600" b="1" dirty="0"/>
            </a:lvl5pPr>
            <a:lvl6pPr marL="2286000" indent="0">
              <a:buNone/>
              <a:defRPr sz="1600" b="1" dirty="0"/>
            </a:lvl6pPr>
            <a:lvl7pPr marL="2743200" indent="0">
              <a:buNone/>
              <a:defRPr sz="1600" b="1" dirty="0"/>
            </a:lvl7pPr>
            <a:lvl8pPr marL="3200400" indent="0">
              <a:buNone/>
              <a:defRPr sz="1600" b="1" dirty="0"/>
            </a:lvl8pPr>
            <a:lvl9pPr marL="3657600" indent="0">
              <a:buNone/>
              <a:defRPr sz="1600" b="1" dirty="0"/>
            </a:lvl9pPr>
          </a:lstStyle>
          <a:p>
            <a:pPr/>
            <a:r>
              <a:rPr lang="en-GB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white">
          <a:xfrm>
            <a:off x="839788" y="2505075"/>
            <a:ext cx="5157787" cy="3684588"/>
          </a:xfrm>
          <a:ln>
            <a:headEnd type="none"/>
            <a:tailEnd type="none"/>
          </a:ln>
        </p:spPr>
        <p:txBody>
          <a:bodyPr wrap="square"/>
          <a:lstStyle/>
          <a:p>
            <a:pPr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 bwMode="white">
          <a:xfrm>
            <a:off x="6172200" y="1681163"/>
            <a:ext cx="5183188" cy="823912"/>
          </a:xfrm>
          <a:ln>
            <a:headEnd type="none"/>
            <a:tailEnd type="none"/>
          </a:ln>
        </p:spPr>
        <p:txBody>
          <a:bodyPr anchor="b" wrap="square"/>
          <a:lstStyle>
            <a:lvl1pPr marL="0" indent="0">
              <a:buNone/>
              <a:defRPr sz="2400" b="1" dirty="0"/>
            </a:lvl1pPr>
            <a:lvl2pPr marL="457200" indent="0">
              <a:buNone/>
              <a:defRPr sz="2000" b="1" dirty="0"/>
            </a:lvl2pPr>
            <a:lvl3pPr marL="914400" indent="0">
              <a:buNone/>
              <a:defRPr sz="1800" b="1" dirty="0"/>
            </a:lvl3pPr>
            <a:lvl4pPr marL="1371600" indent="0">
              <a:buNone/>
              <a:defRPr sz="1600" b="1" dirty="0"/>
            </a:lvl4pPr>
            <a:lvl5pPr marL="1828800" indent="0">
              <a:buNone/>
              <a:defRPr sz="1600" b="1" dirty="0"/>
            </a:lvl5pPr>
            <a:lvl6pPr marL="2286000" indent="0">
              <a:buNone/>
              <a:defRPr sz="1600" b="1" dirty="0"/>
            </a:lvl6pPr>
            <a:lvl7pPr marL="2743200" indent="0">
              <a:buNone/>
              <a:defRPr sz="1600" b="1" dirty="0"/>
            </a:lvl7pPr>
            <a:lvl8pPr marL="3200400" indent="0">
              <a:buNone/>
              <a:defRPr sz="1600" b="1" dirty="0"/>
            </a:lvl8pPr>
            <a:lvl9pPr marL="3657600" indent="0">
              <a:buNone/>
              <a:defRPr sz="1600" b="1" dirty="0"/>
            </a:lvl9pPr>
          </a:lstStyle>
          <a:p>
            <a:pPr/>
            <a:r>
              <a:rPr lang="en-GB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white">
          <a:xfrm>
            <a:off x="6172200" y="2505075"/>
            <a:ext cx="5183188" cy="3684588"/>
          </a:xfrm>
          <a:ln>
            <a:headEnd type="none"/>
            <a:tailEnd type="none"/>
          </a:ln>
        </p:spPr>
        <p:txBody>
          <a:bodyPr wrap="square"/>
          <a:lstStyle/>
          <a:p>
            <a:pPr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fld id="{CF5C660C-50E5-B242-B3EF-2B7C8DA67512}" type="datetimeFigureOut">
              <a:rPr lang="en-US" dirty="0"/>
              <a:t>10/30/23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fld id="{E5D2F179-5036-4446-AD0F-8A2B0CE1BCDE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fld id="{CF5C660C-50E5-B242-B3EF-2B7C8DA67512}" type="datetimeFigureOut">
              <a:rPr lang="en-US" dirty="0"/>
              <a:t>10/30/23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fld id="{E5D2F179-5036-4446-AD0F-8A2B0CE1BCDE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fld id="{CF5C660C-50E5-B242-B3EF-2B7C8DA67512}" type="datetimeFigureOut">
              <a:rPr lang="en-US" dirty="0"/>
              <a:t>10/30/23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fld id="{E5D2F179-5036-4446-AD0F-8A2B0CE1BCDE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xfrm>
            <a:off x="839788" y="457200"/>
            <a:ext cx="3932237" cy="1600200"/>
          </a:xfrm>
          <a:ln>
            <a:headEnd type="none"/>
            <a:tailEnd type="none"/>
          </a:ln>
        </p:spPr>
        <p:txBody>
          <a:bodyPr anchor="b" wrap="square"/>
          <a:lstStyle>
            <a:lvl1pPr>
              <a:defRPr sz="3200" dirty="0"/>
            </a:lvl1pPr>
          </a:lstStyle>
          <a:p>
            <a:pPr/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white">
          <a:xfrm>
            <a:off x="5183188" y="987425"/>
            <a:ext cx="6172200" cy="4873625"/>
          </a:xfrm>
          <a:ln>
            <a:headEnd type="none"/>
            <a:tailEnd type="none"/>
          </a:ln>
        </p:spPr>
        <p:txBody>
          <a:bodyPr wrap="square"/>
          <a:lstStyle>
            <a:lvl1pPr>
              <a:defRPr sz="3200" dirty="0"/>
            </a:lvl1pPr>
            <a:lvl2pPr>
              <a:defRPr sz="2800" dirty="0"/>
            </a:lvl2pPr>
            <a:lvl3pPr>
              <a:defRPr sz="2400" dirty="0"/>
            </a:lvl3pPr>
            <a:lvl4pPr>
              <a:defRPr sz="2000" dirty="0"/>
            </a:lvl4pPr>
            <a:lvl5pPr>
              <a:defRPr sz="2000" dirty="0"/>
            </a:lvl5pPr>
            <a:lvl6pPr>
              <a:defRPr sz="2000" dirty="0"/>
            </a:lvl6pPr>
            <a:lvl7pPr>
              <a:defRPr sz="2000" dirty="0"/>
            </a:lvl7pPr>
            <a:lvl8pPr>
              <a:defRPr sz="2000" dirty="0"/>
            </a:lvl8pPr>
            <a:lvl9pPr>
              <a:defRPr sz="2000" dirty="0"/>
            </a:lvl9pPr>
          </a:lstStyle>
          <a:p>
            <a:pPr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white">
          <a:xfrm>
            <a:off x="839788" y="2057400"/>
            <a:ext cx="3932237" cy="3811588"/>
          </a:xfrm>
          <a:ln>
            <a:headEnd type="none"/>
            <a:tailEnd type="none"/>
          </a:ln>
        </p:spPr>
        <p:txBody>
          <a:bodyPr wrap="square"/>
          <a:lstStyle>
            <a:lvl1pPr marL="0" indent="0">
              <a:buNone/>
              <a:defRPr sz="1600" dirty="0"/>
            </a:lvl1pPr>
            <a:lvl2pPr marL="457200" indent="0">
              <a:buNone/>
              <a:defRPr sz="1400" dirty="0"/>
            </a:lvl2pPr>
            <a:lvl3pPr marL="914400" indent="0">
              <a:buNone/>
              <a:defRPr sz="1200" dirty="0"/>
            </a:lvl3pPr>
            <a:lvl4pPr marL="1371600" indent="0">
              <a:buNone/>
              <a:defRPr sz="1000" dirty="0"/>
            </a:lvl4pPr>
            <a:lvl5pPr marL="1828800" indent="0">
              <a:buNone/>
              <a:defRPr sz="1000" dirty="0"/>
            </a:lvl5pPr>
            <a:lvl6pPr marL="2286000" indent="0">
              <a:buNone/>
              <a:defRPr sz="1000" dirty="0"/>
            </a:lvl6pPr>
            <a:lvl7pPr marL="2743200" indent="0">
              <a:buNone/>
              <a:defRPr sz="1000" dirty="0"/>
            </a:lvl7pPr>
            <a:lvl8pPr marL="3200400" indent="0">
              <a:buNone/>
              <a:defRPr sz="1000" dirty="0"/>
            </a:lvl8pPr>
            <a:lvl9pPr marL="3657600" indent="0">
              <a:buNone/>
              <a:defRPr sz="1000" dirty="0"/>
            </a:lvl9pPr>
          </a:lstStyle>
          <a:p>
            <a:pPr/>
            <a:r>
              <a:rPr lang="en-GB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fld id="{CF5C660C-50E5-B242-B3EF-2B7C8DA67512}" type="datetimeFigureOut">
              <a:rPr lang="en-US" dirty="0"/>
              <a:t>10/30/23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fld id="{E5D2F179-5036-4446-AD0F-8A2B0CE1BCDE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xfrm>
            <a:off x="839788" y="457200"/>
            <a:ext cx="3932237" cy="1600200"/>
          </a:xfrm>
          <a:ln>
            <a:headEnd type="none"/>
            <a:tailEnd type="none"/>
          </a:ln>
        </p:spPr>
        <p:txBody>
          <a:bodyPr anchor="b" wrap="square"/>
          <a:lstStyle>
            <a:lvl1pPr>
              <a:defRPr sz="3200" dirty="0"/>
            </a:lvl1pPr>
          </a:lstStyle>
          <a:p>
            <a:pPr/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ChangeAspect="1" noGrp="1"/>
          </p:cNvSpPr>
          <p:nvPr>
            <p:ph type="pic" idx="1"/>
          </p:nvPr>
        </p:nvSpPr>
        <p:spPr bwMode="white">
          <a:xfrm>
            <a:off x="5183188" y="987425"/>
            <a:ext cx="6172200" cy="4873625"/>
          </a:xfrm>
          <a:ln>
            <a:headEnd type="none"/>
            <a:tailEnd type="none"/>
          </a:ln>
        </p:spPr>
        <p:txBody>
          <a:bodyPr anchor="t" wrap="square"/>
          <a:lstStyle>
            <a:lvl1pPr marL="0" indent="0">
              <a:buNone/>
              <a:defRPr sz="3200" dirty="0"/>
            </a:lvl1pPr>
            <a:lvl2pPr marL="457200" indent="0">
              <a:buNone/>
              <a:defRPr sz="2800" dirty="0"/>
            </a:lvl2pPr>
            <a:lvl3pPr marL="914400" indent="0">
              <a:buNone/>
              <a:defRPr sz="2400" dirty="0"/>
            </a:lvl3pPr>
            <a:lvl4pPr marL="1371600" indent="0">
              <a:buNone/>
              <a:defRPr sz="2000" dirty="0"/>
            </a:lvl4pPr>
            <a:lvl5pPr marL="1828800" indent="0">
              <a:buNone/>
              <a:defRPr sz="2000" dirty="0"/>
            </a:lvl5pPr>
            <a:lvl6pPr marL="2286000" indent="0">
              <a:buNone/>
              <a:defRPr sz="2000" dirty="0"/>
            </a:lvl6pPr>
            <a:lvl7pPr marL="2743200" indent="0">
              <a:buNone/>
              <a:defRPr sz="2000" dirty="0"/>
            </a:lvl7pPr>
            <a:lvl8pPr marL="3200400" indent="0">
              <a:buNone/>
              <a:defRPr sz="2000" dirty="0"/>
            </a:lvl8pPr>
            <a:lvl9pPr marL="3657600" indent="0">
              <a:buNone/>
              <a:defRPr sz="2000" dirty="0"/>
            </a:lvl9pPr>
          </a:lstStyle>
          <a:p>
            <a:pPr/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white">
          <a:xfrm>
            <a:off x="839788" y="2057400"/>
            <a:ext cx="3932237" cy="3811588"/>
          </a:xfrm>
          <a:ln>
            <a:headEnd type="none"/>
            <a:tailEnd type="none"/>
          </a:ln>
        </p:spPr>
        <p:txBody>
          <a:bodyPr wrap="square"/>
          <a:lstStyle>
            <a:lvl1pPr marL="0" indent="0">
              <a:buNone/>
              <a:defRPr sz="1600" dirty="0"/>
            </a:lvl1pPr>
            <a:lvl2pPr marL="457200" indent="0">
              <a:buNone/>
              <a:defRPr sz="1400" dirty="0"/>
            </a:lvl2pPr>
            <a:lvl3pPr marL="914400" indent="0">
              <a:buNone/>
              <a:defRPr sz="1200" dirty="0"/>
            </a:lvl3pPr>
            <a:lvl4pPr marL="1371600" indent="0">
              <a:buNone/>
              <a:defRPr sz="1000" dirty="0"/>
            </a:lvl4pPr>
            <a:lvl5pPr marL="1828800" indent="0">
              <a:buNone/>
              <a:defRPr sz="1000" dirty="0"/>
            </a:lvl5pPr>
            <a:lvl6pPr marL="2286000" indent="0">
              <a:buNone/>
              <a:defRPr sz="1000" dirty="0"/>
            </a:lvl6pPr>
            <a:lvl7pPr marL="2743200" indent="0">
              <a:buNone/>
              <a:defRPr sz="1000" dirty="0"/>
            </a:lvl7pPr>
            <a:lvl8pPr marL="3200400" indent="0">
              <a:buNone/>
              <a:defRPr sz="1000" dirty="0"/>
            </a:lvl8pPr>
            <a:lvl9pPr marL="3657600" indent="0">
              <a:buNone/>
              <a:defRPr sz="1000" dirty="0"/>
            </a:lvl9pPr>
          </a:lstStyle>
          <a:p>
            <a:pPr/>
            <a:r>
              <a:rPr lang="en-GB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fld id="{CF5C660C-50E5-B242-B3EF-2B7C8DA67512}" type="datetimeFigureOut">
              <a:rPr lang="en-US" dirty="0"/>
              <a:t>10/30/23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fld id="{E5D2F179-5036-4446-AD0F-8A2B0CE1BCDE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white">
          <a:ln>
            <a:headEnd type="none"/>
            <a:tailEnd type="none"/>
          </a:ln>
        </p:spPr>
        <p:txBody>
          <a:bodyPr vert="eaVert" wrap="square"/>
          <a:lstStyle/>
          <a:p>
            <a:pPr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fld id="{CF5C660C-50E5-B242-B3EF-2B7C8DA67512}" type="datetimeFigureOut">
              <a:rPr lang="en-US" dirty="0"/>
              <a:t>10/30/23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fld id="{E5D2F179-5036-4446-AD0F-8A2B0CE1BCDE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 bwMode="white">
          <a:xfrm>
            <a:off x="8724900" y="365125"/>
            <a:ext cx="2628900" cy="5811838"/>
          </a:xfrm>
          <a:ln>
            <a:headEnd type="none"/>
            <a:tailEnd type="none"/>
          </a:ln>
        </p:spPr>
        <p:txBody>
          <a:bodyPr vert="eaVert" wrap="square"/>
          <a:lstStyle/>
          <a:p>
            <a:pPr/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white">
          <a:xfrm>
            <a:off x="838200" y="365125"/>
            <a:ext cx="7734300" cy="5811838"/>
          </a:xfrm>
          <a:ln>
            <a:headEnd type="none"/>
            <a:tailEnd type="none"/>
          </a:ln>
        </p:spPr>
        <p:txBody>
          <a:bodyPr vert="eaVert" wrap="square"/>
          <a:lstStyle/>
          <a:p>
            <a:pPr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fld id="{CF5C660C-50E5-B242-B3EF-2B7C8DA67512}" type="datetimeFigureOut">
              <a:rPr lang="en-US" dirty="0"/>
              <a:t>10/30/23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/>
            <a:fld id="{E5D2F179-5036-4446-AD0F-8A2B0CE1BCDE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&#65279;<?xml version="1.0" encoding="utf-8" standalone="yes"?>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white">
          <a:xfrm>
            <a:off x="838200" y="365125"/>
            <a:ext cx="10515600" cy="1325563"/>
          </a:xfrm>
          <a:prstGeom prst="rect">
            <a:avLst/>
          </a:prstGeom>
          <a:ln>
            <a:headEnd type="none"/>
            <a:tailEnd type="none"/>
          </a:ln>
        </p:spPr>
        <p:txBody>
          <a:bodyPr lIns="91440" tIns="45720" rIns="91440" bIns="45720" anchor="ctr" wrap="square">
            <a:normAutofit/>
          </a:bodyPr>
          <a:lstStyle/>
          <a:p>
            <a:pPr/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xfrm>
            <a:off x="838200" y="1825625"/>
            <a:ext cx="10515600" cy="4351338"/>
          </a:xfrm>
          <a:prstGeom prst="rect">
            <a:avLst/>
          </a:prstGeom>
          <a:ln>
            <a:headEnd type="none"/>
            <a:tailEnd type="none"/>
          </a:ln>
        </p:spPr>
        <p:txBody>
          <a:bodyPr lIns="91440" tIns="45720" rIns="91440" bIns="45720" wrap="square">
            <a:normAutofit/>
          </a:bodyPr>
          <a:lstStyle/>
          <a:p>
            <a:pPr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white">
          <a:xfrm>
            <a:off x="838200" y="6356350"/>
            <a:ext cx="2743200" cy="365125"/>
          </a:xfrm>
          <a:prstGeom prst="rect">
            <a:avLst/>
          </a:prstGeom>
          <a:ln>
            <a:headEnd type="none"/>
            <a:tailEnd type="none"/>
          </a:ln>
        </p:spPr>
        <p:txBody>
          <a:bodyPr lIns="91440" tIns="45720" rIns="91440" bIns="45720" anchor="ctr" wrap="square"/>
          <a:lstStyle>
            <a:lvl1pPr algn="l">
              <a:defRPr sz="1200" dirty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/>
            <a:fld id="{CF5C660C-50E5-B242-B3EF-2B7C8DA67512}" type="datetimeFigureOut">
              <a:rPr lang="en-US" dirty="0"/>
              <a:t>10/30/23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white">
          <a:xfrm>
            <a:off x="4038600" y="6356350"/>
            <a:ext cx="4114800" cy="365125"/>
          </a:xfrm>
          <a:prstGeom prst="rect">
            <a:avLst/>
          </a:prstGeom>
          <a:ln>
            <a:headEnd type="none"/>
            <a:tailEnd type="none"/>
          </a:ln>
        </p:spPr>
        <p:txBody>
          <a:bodyPr lIns="91440" tIns="45720" rIns="91440" bIns="45720" anchor="ctr" wrap="square"/>
          <a:lstStyle>
            <a:lvl1pPr algn="ctr">
              <a:defRPr sz="1200" dirty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white">
          <a:xfrm>
            <a:off x="8610600" y="6356350"/>
            <a:ext cx="2743200" cy="365125"/>
          </a:xfrm>
          <a:prstGeom prst="rect">
            <a:avLst/>
          </a:prstGeom>
          <a:ln>
            <a:headEnd type="none"/>
            <a:tailEnd type="none"/>
          </a:ln>
        </p:spPr>
        <p:txBody>
          <a:bodyPr lIns="91440" tIns="45720" rIns="91440" bIns="45720" anchor="ctr" wrap="square"/>
          <a:lstStyle>
            <a:lvl1pPr algn="r">
              <a:defRPr sz="1200" dirty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/>
            <a:fld id="{E5D2F179-5036-4446-AD0F-8A2B0CE1BCDE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rtl="0" algn="l" defTabSz="914400">
        <a:lnSpc>
          <a:spcPct val="90000"/>
        </a:lnSpc>
        <a:spcBef>
          <a:spcPct val="0"/>
        </a:spcBef>
        <a:buNone/>
        <a:defRPr sz="4400" kern="1200" dirty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rtl="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rtl="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rtl="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rtl="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rtl="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rtl="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rtl="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rtl="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rtl="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 defTabSz="914400">
        <a:defRPr lang="en-US" dirty="0"/>
      </a:defPPr>
      <a:lvl1pPr marL="0" rtl="0" algn="l" defTabSz="91440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457200" rtl="0" algn="l" defTabSz="91440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914400" rtl="0" algn="l" defTabSz="91440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371600" rtl="0" algn="l" defTabSz="91440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1828800" rtl="0" algn="l" defTabSz="91440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2286000" rtl="0" algn="l" defTabSz="91440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6pPr>
      <a:lvl7pPr marL="2743200" rtl="0" algn="l" defTabSz="91440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7pPr>
      <a:lvl8pPr marL="3200400" rtl="0" algn="l" defTabSz="91440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8pPr>
      <a:lvl9pPr marL="3657600" rtl="0" algn="l" defTabSz="91440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3" Type="http://schemas.openxmlformats.org/officeDocument/2006/relationships/image" Target="../media/image2.svg" /><Relationship Id="rId5" Type="http://schemas.openxmlformats.org/officeDocument/2006/relationships/image" Target="../media/image3.png" /><Relationship Id="rId1" Type="http://schemas.openxmlformats.org/officeDocument/2006/relationships/slideLayout" Target="../slideLayouts/slideLayout1.xml" /><Relationship Id="rId2" Type="http://schemas.openxmlformats.org/officeDocument/2006/relationships/image" Target="../media/image1.png" /><Relationship Id="rId4" Type="http://schemas.openxmlformats.org/officeDocument/2006/relationships/hyperlink" Target="https://idpowertoys.com/" TargetMode="External" /></Relationships>
</file>

<file path=ppt/slides/_rels/slide3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4" Type="http://schemas.openxmlformats.org/officeDocument/2006/relationships/notesSlide" Target="../notesSlides/notesSlide2.xml" /><Relationship Id="rId6" Type="http://schemas.openxmlformats.org/officeDocument/2006/relationships/image" Target="../media/image4.png" /><Relationship Id="rId12" Type="http://schemas.openxmlformats.org/officeDocument/2006/relationships/image" Target="../media/image5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18" Type="http://schemas.openxmlformats.org/officeDocument/2006/relationships/image" Target="../media/image1.png" /><Relationship Id="rId20" Type="http://schemas.openxmlformats.org/officeDocument/2006/relationships/image" Target="../media/image2.svg" /><Relationship Id="rId50" Type="http://schemas.openxmlformats.org/officeDocument/2006/relationships/image" Target="../media/image22.png" /><Relationship Id="rId63" Type="http://schemas.openxmlformats.org/officeDocument/2006/relationships/image" Target="../media/image23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69" Type="http://schemas.openxmlformats.org/officeDocument/2006/relationships/image" Target="../media/image27.svg" /><Relationship Id="rId76" Type="http://schemas.openxmlformats.org/officeDocument/2006/relationships/image" Target="../media/image28.png" /><Relationship Id="rId78" Type="http://schemas.openxmlformats.org/officeDocument/2006/relationships/image" Target="../media/image29.svg" /><Relationship Id="rId79" Type="http://schemas.openxmlformats.org/officeDocument/2006/relationships/image" Target="../media/image30.png" /><Relationship Id="rId80" Type="http://schemas.openxmlformats.org/officeDocument/2006/relationships/image" Target="../media/image31.svg" /><Relationship Id="rId81" Type="http://schemas.openxmlformats.org/officeDocument/2006/relationships/image" Target="../media/image32.png" /><Relationship Id="rId82" Type="http://schemas.openxmlformats.org/officeDocument/2006/relationships/image" Target="../media/image33.svg" /><Relationship Id="rId83" Type="http://schemas.openxmlformats.org/officeDocument/2006/relationships/image" Target="../media/image34.png" /><Relationship Id="rId84" Type="http://schemas.openxmlformats.org/officeDocument/2006/relationships/image" Target="../media/image35.svg" /><Relationship Id="rId85" Type="http://schemas.openxmlformats.org/officeDocument/2006/relationships/image" Target="../media/image36.png" /><Relationship Id="rId86" Type="http://schemas.openxmlformats.org/officeDocument/2006/relationships/image" Target="../media/image37.svg" /><Relationship Id="rId87" Type="http://schemas.openxmlformats.org/officeDocument/2006/relationships/image" Target="../media/image38.png" /><Relationship Id="rId88" Type="http://schemas.openxmlformats.org/officeDocument/2006/relationships/image" Target="../media/image39.svg" /><Relationship Id="rId89" Type="http://schemas.openxmlformats.org/officeDocument/2006/relationships/image" Target="../media/image40.png" /><Relationship Id="rId90" Type="http://schemas.openxmlformats.org/officeDocument/2006/relationships/image" Target="../media/image41.svg" /><Relationship Id="rId91" Type="http://schemas.openxmlformats.org/officeDocument/2006/relationships/image" Target="../media/image42.png" /><Relationship Id="rId92" Type="http://schemas.openxmlformats.org/officeDocument/2006/relationships/image" Target="../media/image43.svg" /><Relationship Id="rId93" Type="http://schemas.openxmlformats.org/officeDocument/2006/relationships/image" Target="../media/image44.png" /><Relationship Id="rId94" Type="http://schemas.openxmlformats.org/officeDocument/2006/relationships/image" Target="../media/image45.svg" /><Relationship Id="rId95" Type="http://schemas.openxmlformats.org/officeDocument/2006/relationships/image" Target="../media/image46.png" /><Relationship Id="rId96" Type="http://schemas.openxmlformats.org/officeDocument/2006/relationships/image" Target="../media/image47.svg" /><Relationship Id="rId97" Type="http://schemas.openxmlformats.org/officeDocument/2006/relationships/image" Target="../media/image48.png" /><Relationship Id="rId98" Type="http://schemas.openxmlformats.org/officeDocument/2006/relationships/image" Target="../media/image49.svg" /><Relationship Id="rId99" Type="http://schemas.openxmlformats.org/officeDocument/2006/relationships/image" Target="../media/image52.png" /><Relationship Id="rId100" Type="http://schemas.openxmlformats.org/officeDocument/2006/relationships/image" Target="../media/image53.svg" /><Relationship Id="rId101" Type="http://schemas.openxmlformats.org/officeDocument/2006/relationships/image" Target="../media/image54.png" /><Relationship Id="rId102" Type="http://schemas.openxmlformats.org/officeDocument/2006/relationships/image" Target="../media/image55.svg" /><Relationship Id="rId103" Type="http://schemas.openxmlformats.org/officeDocument/2006/relationships/image" Target="../media/image56.png" /><Relationship Id="rId104" Type="http://schemas.openxmlformats.org/officeDocument/2006/relationships/image" Target="../media/image57.svg" /><Relationship Id="rId105" Type="http://schemas.openxmlformats.org/officeDocument/2006/relationships/image" Target="../media/image58.png" /><Relationship Id="rId106" Type="http://schemas.openxmlformats.org/officeDocument/2006/relationships/image" Target="../media/image59.svg" /><Relationship Id="rId107" Type="http://schemas.openxmlformats.org/officeDocument/2006/relationships/image" Target="../media/image60.png" /><Relationship Id="rId108" Type="http://schemas.openxmlformats.org/officeDocument/2006/relationships/image" Target="../media/image61.svg" /><Relationship Id="rId109" Type="http://schemas.openxmlformats.org/officeDocument/2006/relationships/image" Target="../media/image1.png" /><Relationship Id="rId110" Type="http://schemas.openxmlformats.org/officeDocument/2006/relationships/image" Target="../media/image62.svg" /><Relationship Id="rId111" Type="http://schemas.openxmlformats.org/officeDocument/2006/relationships/image" Target="../media/image70.png" /><Relationship Id="rId112" Type="http://schemas.openxmlformats.org/officeDocument/2006/relationships/image" Target="../media/image71.svg" /><Relationship Id="rId113" Type="http://schemas.openxmlformats.org/officeDocument/2006/relationships/image" Target="../media/image72.png" /><Relationship Id="rId114" Type="http://schemas.openxmlformats.org/officeDocument/2006/relationships/image" Target="../media/image73.svg" /><Relationship Id="rId115" Type="http://schemas.openxmlformats.org/officeDocument/2006/relationships/image" Target="../media/image74.png" /><Relationship Id="rId116" Type="http://schemas.openxmlformats.org/officeDocument/2006/relationships/image" Target="../media/image75.svg" /><Relationship Id="rId117" Type="http://schemas.openxmlformats.org/officeDocument/2006/relationships/image" Target="../media/image70.png" /><Relationship Id="rId118" Type="http://schemas.openxmlformats.org/officeDocument/2006/relationships/image" Target="../media/image71.svg" /></Relationships>
</file>

<file path=ppt/slides/_rels/slide4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4" Type="http://schemas.openxmlformats.org/officeDocument/2006/relationships/notesSlide" Target="../notesSlides/notesSlide4.xml" /><Relationship Id="rId6" Type="http://schemas.openxmlformats.org/officeDocument/2006/relationships/image" Target="../media/image4.png" /><Relationship Id="rId12" Type="http://schemas.openxmlformats.org/officeDocument/2006/relationships/image" Target="../media/image5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18" Type="http://schemas.openxmlformats.org/officeDocument/2006/relationships/image" Target="../media/image1.png" /><Relationship Id="rId20" Type="http://schemas.openxmlformats.org/officeDocument/2006/relationships/image" Target="../media/image2.svg" /><Relationship Id="rId50" Type="http://schemas.openxmlformats.org/officeDocument/2006/relationships/image" Target="../media/image22.png" /><Relationship Id="rId63" Type="http://schemas.openxmlformats.org/officeDocument/2006/relationships/image" Target="../media/image23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69" Type="http://schemas.openxmlformats.org/officeDocument/2006/relationships/image" Target="../media/image27.svg" /><Relationship Id="rId76" Type="http://schemas.openxmlformats.org/officeDocument/2006/relationships/image" Target="../media/image28.png" /><Relationship Id="rId78" Type="http://schemas.openxmlformats.org/officeDocument/2006/relationships/image" Target="../media/image29.svg" /><Relationship Id="rId79" Type="http://schemas.openxmlformats.org/officeDocument/2006/relationships/image" Target="../media/image30.png" /><Relationship Id="rId80" Type="http://schemas.openxmlformats.org/officeDocument/2006/relationships/image" Target="../media/image31.svg" /><Relationship Id="rId81" Type="http://schemas.openxmlformats.org/officeDocument/2006/relationships/image" Target="../media/image32.png" /><Relationship Id="rId82" Type="http://schemas.openxmlformats.org/officeDocument/2006/relationships/image" Target="../media/image33.svg" /><Relationship Id="rId83" Type="http://schemas.openxmlformats.org/officeDocument/2006/relationships/image" Target="../media/image34.png" /><Relationship Id="rId84" Type="http://schemas.openxmlformats.org/officeDocument/2006/relationships/image" Target="../media/image35.svg" /><Relationship Id="rId85" Type="http://schemas.openxmlformats.org/officeDocument/2006/relationships/image" Target="../media/image36.png" /><Relationship Id="rId86" Type="http://schemas.openxmlformats.org/officeDocument/2006/relationships/image" Target="../media/image37.svg" /><Relationship Id="rId87" Type="http://schemas.openxmlformats.org/officeDocument/2006/relationships/image" Target="../media/image38.png" /><Relationship Id="rId88" Type="http://schemas.openxmlformats.org/officeDocument/2006/relationships/image" Target="../media/image39.svg" /><Relationship Id="rId89" Type="http://schemas.openxmlformats.org/officeDocument/2006/relationships/image" Target="../media/image40.png" /><Relationship Id="rId90" Type="http://schemas.openxmlformats.org/officeDocument/2006/relationships/image" Target="../media/image41.svg" /><Relationship Id="rId91" Type="http://schemas.openxmlformats.org/officeDocument/2006/relationships/image" Target="../media/image42.png" /><Relationship Id="rId92" Type="http://schemas.openxmlformats.org/officeDocument/2006/relationships/image" Target="../media/image43.svg" /><Relationship Id="rId93" Type="http://schemas.openxmlformats.org/officeDocument/2006/relationships/image" Target="../media/image44.png" /><Relationship Id="rId94" Type="http://schemas.openxmlformats.org/officeDocument/2006/relationships/image" Target="../media/image45.svg" /><Relationship Id="rId95" Type="http://schemas.openxmlformats.org/officeDocument/2006/relationships/image" Target="../media/image46.png" /><Relationship Id="rId96" Type="http://schemas.openxmlformats.org/officeDocument/2006/relationships/image" Target="../media/image47.svg" /><Relationship Id="rId97" Type="http://schemas.openxmlformats.org/officeDocument/2006/relationships/image" Target="../media/image48.png" /><Relationship Id="rId98" Type="http://schemas.openxmlformats.org/officeDocument/2006/relationships/image" Target="../media/image49.svg" /><Relationship Id="rId99" Type="http://schemas.openxmlformats.org/officeDocument/2006/relationships/image" Target="../media/image52.png" /><Relationship Id="rId100" Type="http://schemas.openxmlformats.org/officeDocument/2006/relationships/image" Target="../media/image53.svg" /><Relationship Id="rId101" Type="http://schemas.openxmlformats.org/officeDocument/2006/relationships/image" Target="../media/image54.png" /><Relationship Id="rId102" Type="http://schemas.openxmlformats.org/officeDocument/2006/relationships/image" Target="../media/image55.svg" /><Relationship Id="rId103" Type="http://schemas.openxmlformats.org/officeDocument/2006/relationships/image" Target="../media/image56.png" /><Relationship Id="rId104" Type="http://schemas.openxmlformats.org/officeDocument/2006/relationships/image" Target="../media/image57.svg" /><Relationship Id="rId105" Type="http://schemas.openxmlformats.org/officeDocument/2006/relationships/image" Target="../media/image58.png" /><Relationship Id="rId106" Type="http://schemas.openxmlformats.org/officeDocument/2006/relationships/image" Target="../media/image59.svg" /><Relationship Id="rId107" Type="http://schemas.openxmlformats.org/officeDocument/2006/relationships/image" Target="../media/image60.png" /><Relationship Id="rId108" Type="http://schemas.openxmlformats.org/officeDocument/2006/relationships/image" Target="../media/image61.svg" /><Relationship Id="rId109" Type="http://schemas.openxmlformats.org/officeDocument/2006/relationships/image" Target="../media/image1.png" /><Relationship Id="rId110" Type="http://schemas.openxmlformats.org/officeDocument/2006/relationships/image" Target="../media/image62.svg" /><Relationship Id="rId111" Type="http://schemas.openxmlformats.org/officeDocument/2006/relationships/image" Target="../media/image70.png" /><Relationship Id="rId112" Type="http://schemas.openxmlformats.org/officeDocument/2006/relationships/image" Target="../media/image71.svg" /><Relationship Id="rId113" Type="http://schemas.openxmlformats.org/officeDocument/2006/relationships/image" Target="../media/image72.png" /><Relationship Id="rId114" Type="http://schemas.openxmlformats.org/officeDocument/2006/relationships/image" Target="../media/image73.svg" /><Relationship Id="rId115" Type="http://schemas.openxmlformats.org/officeDocument/2006/relationships/image" Target="../media/image74.png" /><Relationship Id="rId116" Type="http://schemas.openxmlformats.org/officeDocument/2006/relationships/image" Target="../media/image75.svg" /><Relationship Id="rId117" Type="http://schemas.openxmlformats.org/officeDocument/2006/relationships/image" Target="../media/image70.png" /><Relationship Id="rId118" Type="http://schemas.openxmlformats.org/officeDocument/2006/relationships/image" Target="../media/image71.svg" /></Relationships>
</file>

<file path=ppt/slides/_rels/slide5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4" Type="http://schemas.openxmlformats.org/officeDocument/2006/relationships/notesSlide" Target="../notesSlides/notesSlide6.xml" /><Relationship Id="rId6" Type="http://schemas.openxmlformats.org/officeDocument/2006/relationships/image" Target="../media/image4.png" /><Relationship Id="rId12" Type="http://schemas.openxmlformats.org/officeDocument/2006/relationships/image" Target="../media/image5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18" Type="http://schemas.openxmlformats.org/officeDocument/2006/relationships/image" Target="../media/image1.png" /><Relationship Id="rId20" Type="http://schemas.openxmlformats.org/officeDocument/2006/relationships/image" Target="../media/image2.svg" /><Relationship Id="rId50" Type="http://schemas.openxmlformats.org/officeDocument/2006/relationships/image" Target="../media/image22.png" /><Relationship Id="rId63" Type="http://schemas.openxmlformats.org/officeDocument/2006/relationships/image" Target="../media/image23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69" Type="http://schemas.openxmlformats.org/officeDocument/2006/relationships/image" Target="../media/image27.svg" /><Relationship Id="rId76" Type="http://schemas.openxmlformats.org/officeDocument/2006/relationships/image" Target="../media/image28.png" /><Relationship Id="rId78" Type="http://schemas.openxmlformats.org/officeDocument/2006/relationships/image" Target="../media/image29.svg" /><Relationship Id="rId79" Type="http://schemas.openxmlformats.org/officeDocument/2006/relationships/image" Target="../media/image30.png" /><Relationship Id="rId80" Type="http://schemas.openxmlformats.org/officeDocument/2006/relationships/image" Target="../media/image31.svg" /><Relationship Id="rId81" Type="http://schemas.openxmlformats.org/officeDocument/2006/relationships/image" Target="../media/image32.png" /><Relationship Id="rId82" Type="http://schemas.openxmlformats.org/officeDocument/2006/relationships/image" Target="../media/image33.svg" /><Relationship Id="rId83" Type="http://schemas.openxmlformats.org/officeDocument/2006/relationships/image" Target="../media/image34.png" /><Relationship Id="rId84" Type="http://schemas.openxmlformats.org/officeDocument/2006/relationships/image" Target="../media/image35.svg" /><Relationship Id="rId85" Type="http://schemas.openxmlformats.org/officeDocument/2006/relationships/image" Target="../media/image36.png" /><Relationship Id="rId86" Type="http://schemas.openxmlformats.org/officeDocument/2006/relationships/image" Target="../media/image37.svg" /><Relationship Id="rId87" Type="http://schemas.openxmlformats.org/officeDocument/2006/relationships/image" Target="../media/image38.png" /><Relationship Id="rId88" Type="http://schemas.openxmlformats.org/officeDocument/2006/relationships/image" Target="../media/image39.svg" /><Relationship Id="rId89" Type="http://schemas.openxmlformats.org/officeDocument/2006/relationships/image" Target="../media/image40.png" /><Relationship Id="rId90" Type="http://schemas.openxmlformats.org/officeDocument/2006/relationships/image" Target="../media/image41.svg" /><Relationship Id="rId91" Type="http://schemas.openxmlformats.org/officeDocument/2006/relationships/image" Target="../media/image42.png" /><Relationship Id="rId92" Type="http://schemas.openxmlformats.org/officeDocument/2006/relationships/image" Target="../media/image43.svg" /><Relationship Id="rId93" Type="http://schemas.openxmlformats.org/officeDocument/2006/relationships/image" Target="../media/image44.png" /><Relationship Id="rId94" Type="http://schemas.openxmlformats.org/officeDocument/2006/relationships/image" Target="../media/image45.svg" /><Relationship Id="rId95" Type="http://schemas.openxmlformats.org/officeDocument/2006/relationships/image" Target="../media/image46.png" /><Relationship Id="rId96" Type="http://schemas.openxmlformats.org/officeDocument/2006/relationships/image" Target="../media/image47.svg" /><Relationship Id="rId97" Type="http://schemas.openxmlformats.org/officeDocument/2006/relationships/image" Target="../media/image48.png" /><Relationship Id="rId98" Type="http://schemas.openxmlformats.org/officeDocument/2006/relationships/image" Target="../media/image49.svg" /><Relationship Id="rId99" Type="http://schemas.openxmlformats.org/officeDocument/2006/relationships/image" Target="../media/image52.png" /><Relationship Id="rId100" Type="http://schemas.openxmlformats.org/officeDocument/2006/relationships/image" Target="../media/image53.svg" /><Relationship Id="rId101" Type="http://schemas.openxmlformats.org/officeDocument/2006/relationships/image" Target="../media/image54.png" /><Relationship Id="rId102" Type="http://schemas.openxmlformats.org/officeDocument/2006/relationships/image" Target="../media/image55.svg" /><Relationship Id="rId103" Type="http://schemas.openxmlformats.org/officeDocument/2006/relationships/image" Target="../media/image56.png" /><Relationship Id="rId104" Type="http://schemas.openxmlformats.org/officeDocument/2006/relationships/image" Target="../media/image57.svg" /><Relationship Id="rId105" Type="http://schemas.openxmlformats.org/officeDocument/2006/relationships/image" Target="../media/image58.png" /><Relationship Id="rId106" Type="http://schemas.openxmlformats.org/officeDocument/2006/relationships/image" Target="../media/image59.svg" /><Relationship Id="rId107" Type="http://schemas.openxmlformats.org/officeDocument/2006/relationships/image" Target="../media/image60.png" /><Relationship Id="rId108" Type="http://schemas.openxmlformats.org/officeDocument/2006/relationships/image" Target="../media/image61.svg" /><Relationship Id="rId109" Type="http://schemas.openxmlformats.org/officeDocument/2006/relationships/image" Target="../media/image1.png" /><Relationship Id="rId110" Type="http://schemas.openxmlformats.org/officeDocument/2006/relationships/image" Target="../media/image62.svg" /><Relationship Id="rId111" Type="http://schemas.openxmlformats.org/officeDocument/2006/relationships/image" Target="../media/image70.png" /><Relationship Id="rId112" Type="http://schemas.openxmlformats.org/officeDocument/2006/relationships/image" Target="../media/image71.svg" /><Relationship Id="rId113" Type="http://schemas.openxmlformats.org/officeDocument/2006/relationships/image" Target="../media/image72.png" /><Relationship Id="rId114" Type="http://schemas.openxmlformats.org/officeDocument/2006/relationships/image" Target="../media/image73.svg" /><Relationship Id="rId115" Type="http://schemas.openxmlformats.org/officeDocument/2006/relationships/image" Target="../media/image74.png" /><Relationship Id="rId116" Type="http://schemas.openxmlformats.org/officeDocument/2006/relationships/image" Target="../media/image75.svg" /><Relationship Id="rId117" Type="http://schemas.openxmlformats.org/officeDocument/2006/relationships/image" Target="../media/image70.png" /><Relationship Id="rId118" Type="http://schemas.openxmlformats.org/officeDocument/2006/relationships/image" Target="../media/image71.svg" /></Relationships>
</file>

<file path=ppt/slides/_rels/slide6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4" Type="http://schemas.openxmlformats.org/officeDocument/2006/relationships/notesSlide" Target="../notesSlides/notesSlide8.xml" /><Relationship Id="rId6" Type="http://schemas.openxmlformats.org/officeDocument/2006/relationships/image" Target="../media/image4.png" /><Relationship Id="rId12" Type="http://schemas.openxmlformats.org/officeDocument/2006/relationships/image" Target="../media/image5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18" Type="http://schemas.openxmlformats.org/officeDocument/2006/relationships/image" Target="../media/image1.png" /><Relationship Id="rId20" Type="http://schemas.openxmlformats.org/officeDocument/2006/relationships/image" Target="../media/image2.svg" /><Relationship Id="rId50" Type="http://schemas.openxmlformats.org/officeDocument/2006/relationships/image" Target="../media/image22.png" /><Relationship Id="rId63" Type="http://schemas.openxmlformats.org/officeDocument/2006/relationships/image" Target="../media/image23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69" Type="http://schemas.openxmlformats.org/officeDocument/2006/relationships/image" Target="../media/image27.svg" /><Relationship Id="rId76" Type="http://schemas.openxmlformats.org/officeDocument/2006/relationships/image" Target="../media/image28.png" /><Relationship Id="rId78" Type="http://schemas.openxmlformats.org/officeDocument/2006/relationships/image" Target="../media/image29.svg" /><Relationship Id="rId79" Type="http://schemas.openxmlformats.org/officeDocument/2006/relationships/image" Target="../media/image30.png" /><Relationship Id="rId80" Type="http://schemas.openxmlformats.org/officeDocument/2006/relationships/image" Target="../media/image31.svg" /><Relationship Id="rId81" Type="http://schemas.openxmlformats.org/officeDocument/2006/relationships/image" Target="../media/image32.png" /><Relationship Id="rId82" Type="http://schemas.openxmlformats.org/officeDocument/2006/relationships/image" Target="../media/image33.svg" /><Relationship Id="rId83" Type="http://schemas.openxmlformats.org/officeDocument/2006/relationships/image" Target="../media/image34.png" /><Relationship Id="rId84" Type="http://schemas.openxmlformats.org/officeDocument/2006/relationships/image" Target="../media/image35.svg" /><Relationship Id="rId85" Type="http://schemas.openxmlformats.org/officeDocument/2006/relationships/image" Target="../media/image36.png" /><Relationship Id="rId86" Type="http://schemas.openxmlformats.org/officeDocument/2006/relationships/image" Target="../media/image37.svg" /><Relationship Id="rId87" Type="http://schemas.openxmlformats.org/officeDocument/2006/relationships/image" Target="../media/image38.png" /><Relationship Id="rId88" Type="http://schemas.openxmlformats.org/officeDocument/2006/relationships/image" Target="../media/image39.svg" /><Relationship Id="rId89" Type="http://schemas.openxmlformats.org/officeDocument/2006/relationships/image" Target="../media/image40.png" /><Relationship Id="rId90" Type="http://schemas.openxmlformats.org/officeDocument/2006/relationships/image" Target="../media/image41.svg" /><Relationship Id="rId91" Type="http://schemas.openxmlformats.org/officeDocument/2006/relationships/image" Target="../media/image42.png" /><Relationship Id="rId92" Type="http://schemas.openxmlformats.org/officeDocument/2006/relationships/image" Target="../media/image43.svg" /><Relationship Id="rId93" Type="http://schemas.openxmlformats.org/officeDocument/2006/relationships/image" Target="../media/image44.png" /><Relationship Id="rId94" Type="http://schemas.openxmlformats.org/officeDocument/2006/relationships/image" Target="../media/image45.svg" /><Relationship Id="rId95" Type="http://schemas.openxmlformats.org/officeDocument/2006/relationships/image" Target="../media/image46.png" /><Relationship Id="rId96" Type="http://schemas.openxmlformats.org/officeDocument/2006/relationships/image" Target="../media/image47.svg" /><Relationship Id="rId97" Type="http://schemas.openxmlformats.org/officeDocument/2006/relationships/image" Target="../media/image48.png" /><Relationship Id="rId98" Type="http://schemas.openxmlformats.org/officeDocument/2006/relationships/image" Target="../media/image49.svg" /><Relationship Id="rId99" Type="http://schemas.openxmlformats.org/officeDocument/2006/relationships/image" Target="../media/image52.png" /><Relationship Id="rId100" Type="http://schemas.openxmlformats.org/officeDocument/2006/relationships/image" Target="../media/image53.svg" /><Relationship Id="rId101" Type="http://schemas.openxmlformats.org/officeDocument/2006/relationships/image" Target="../media/image54.png" /><Relationship Id="rId102" Type="http://schemas.openxmlformats.org/officeDocument/2006/relationships/image" Target="../media/image55.svg" /><Relationship Id="rId103" Type="http://schemas.openxmlformats.org/officeDocument/2006/relationships/image" Target="../media/image56.png" /><Relationship Id="rId104" Type="http://schemas.openxmlformats.org/officeDocument/2006/relationships/image" Target="../media/image57.svg" /><Relationship Id="rId105" Type="http://schemas.openxmlformats.org/officeDocument/2006/relationships/image" Target="../media/image58.png" /><Relationship Id="rId106" Type="http://schemas.openxmlformats.org/officeDocument/2006/relationships/image" Target="../media/image59.svg" /><Relationship Id="rId107" Type="http://schemas.openxmlformats.org/officeDocument/2006/relationships/image" Target="../media/image60.png" /><Relationship Id="rId108" Type="http://schemas.openxmlformats.org/officeDocument/2006/relationships/image" Target="../media/image61.svg" /><Relationship Id="rId109" Type="http://schemas.openxmlformats.org/officeDocument/2006/relationships/image" Target="../media/image1.png" /><Relationship Id="rId110" Type="http://schemas.openxmlformats.org/officeDocument/2006/relationships/image" Target="../media/image62.svg" /><Relationship Id="rId111" Type="http://schemas.openxmlformats.org/officeDocument/2006/relationships/image" Target="../media/image70.png" /><Relationship Id="rId112" Type="http://schemas.openxmlformats.org/officeDocument/2006/relationships/image" Target="../media/image71.svg" /><Relationship Id="rId113" Type="http://schemas.openxmlformats.org/officeDocument/2006/relationships/image" Target="../media/image72.png" /><Relationship Id="rId114" Type="http://schemas.openxmlformats.org/officeDocument/2006/relationships/image" Target="../media/image73.svg" /><Relationship Id="rId115" Type="http://schemas.openxmlformats.org/officeDocument/2006/relationships/image" Target="../media/image74.png" /><Relationship Id="rId116" Type="http://schemas.openxmlformats.org/officeDocument/2006/relationships/image" Target="../media/image75.svg" /><Relationship Id="rId117" Type="http://schemas.openxmlformats.org/officeDocument/2006/relationships/image" Target="../media/image70.png" /><Relationship Id="rId118" Type="http://schemas.openxmlformats.org/officeDocument/2006/relationships/image" Target="../media/image71.svg" /></Relationships>
</file>

<file path=ppt/slides/_rels/slide7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4" Type="http://schemas.openxmlformats.org/officeDocument/2006/relationships/notesSlide" Target="../notesSlides/notesSlide10.xml" /><Relationship Id="rId6" Type="http://schemas.openxmlformats.org/officeDocument/2006/relationships/image" Target="../media/image4.png" /><Relationship Id="rId12" Type="http://schemas.openxmlformats.org/officeDocument/2006/relationships/image" Target="../media/image5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18" Type="http://schemas.openxmlformats.org/officeDocument/2006/relationships/image" Target="../media/image1.png" /><Relationship Id="rId20" Type="http://schemas.openxmlformats.org/officeDocument/2006/relationships/image" Target="../media/image2.svg" /><Relationship Id="rId50" Type="http://schemas.openxmlformats.org/officeDocument/2006/relationships/image" Target="../media/image22.png" /><Relationship Id="rId63" Type="http://schemas.openxmlformats.org/officeDocument/2006/relationships/image" Target="../media/image23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69" Type="http://schemas.openxmlformats.org/officeDocument/2006/relationships/image" Target="../media/image27.svg" /><Relationship Id="rId76" Type="http://schemas.openxmlformats.org/officeDocument/2006/relationships/image" Target="../media/image28.png" /><Relationship Id="rId78" Type="http://schemas.openxmlformats.org/officeDocument/2006/relationships/image" Target="../media/image29.svg" /><Relationship Id="rId79" Type="http://schemas.openxmlformats.org/officeDocument/2006/relationships/image" Target="../media/image30.png" /><Relationship Id="rId80" Type="http://schemas.openxmlformats.org/officeDocument/2006/relationships/image" Target="../media/image31.svg" /><Relationship Id="rId81" Type="http://schemas.openxmlformats.org/officeDocument/2006/relationships/image" Target="../media/image32.png" /><Relationship Id="rId82" Type="http://schemas.openxmlformats.org/officeDocument/2006/relationships/image" Target="../media/image33.svg" /><Relationship Id="rId83" Type="http://schemas.openxmlformats.org/officeDocument/2006/relationships/image" Target="../media/image34.png" /><Relationship Id="rId84" Type="http://schemas.openxmlformats.org/officeDocument/2006/relationships/image" Target="../media/image35.svg" /><Relationship Id="rId85" Type="http://schemas.openxmlformats.org/officeDocument/2006/relationships/image" Target="../media/image36.png" /><Relationship Id="rId86" Type="http://schemas.openxmlformats.org/officeDocument/2006/relationships/image" Target="../media/image37.svg" /><Relationship Id="rId87" Type="http://schemas.openxmlformats.org/officeDocument/2006/relationships/image" Target="../media/image38.png" /><Relationship Id="rId88" Type="http://schemas.openxmlformats.org/officeDocument/2006/relationships/image" Target="../media/image39.svg" /><Relationship Id="rId89" Type="http://schemas.openxmlformats.org/officeDocument/2006/relationships/image" Target="../media/image40.png" /><Relationship Id="rId90" Type="http://schemas.openxmlformats.org/officeDocument/2006/relationships/image" Target="../media/image41.svg" /><Relationship Id="rId91" Type="http://schemas.openxmlformats.org/officeDocument/2006/relationships/image" Target="../media/image42.png" /><Relationship Id="rId92" Type="http://schemas.openxmlformats.org/officeDocument/2006/relationships/image" Target="../media/image43.svg" /><Relationship Id="rId93" Type="http://schemas.openxmlformats.org/officeDocument/2006/relationships/image" Target="../media/image44.png" /><Relationship Id="rId94" Type="http://schemas.openxmlformats.org/officeDocument/2006/relationships/image" Target="../media/image45.svg" /><Relationship Id="rId95" Type="http://schemas.openxmlformats.org/officeDocument/2006/relationships/image" Target="../media/image46.png" /><Relationship Id="rId96" Type="http://schemas.openxmlformats.org/officeDocument/2006/relationships/image" Target="../media/image47.svg" /><Relationship Id="rId97" Type="http://schemas.openxmlformats.org/officeDocument/2006/relationships/image" Target="../media/image48.png" /><Relationship Id="rId98" Type="http://schemas.openxmlformats.org/officeDocument/2006/relationships/image" Target="../media/image49.svg" /><Relationship Id="rId99" Type="http://schemas.openxmlformats.org/officeDocument/2006/relationships/image" Target="../media/image52.png" /><Relationship Id="rId100" Type="http://schemas.openxmlformats.org/officeDocument/2006/relationships/image" Target="../media/image53.svg" /><Relationship Id="rId101" Type="http://schemas.openxmlformats.org/officeDocument/2006/relationships/image" Target="../media/image54.png" /><Relationship Id="rId102" Type="http://schemas.openxmlformats.org/officeDocument/2006/relationships/image" Target="../media/image55.svg" /><Relationship Id="rId103" Type="http://schemas.openxmlformats.org/officeDocument/2006/relationships/image" Target="../media/image56.png" /><Relationship Id="rId104" Type="http://schemas.openxmlformats.org/officeDocument/2006/relationships/image" Target="../media/image57.svg" /><Relationship Id="rId105" Type="http://schemas.openxmlformats.org/officeDocument/2006/relationships/image" Target="../media/image58.png" /><Relationship Id="rId106" Type="http://schemas.openxmlformats.org/officeDocument/2006/relationships/image" Target="../media/image59.svg" /><Relationship Id="rId107" Type="http://schemas.openxmlformats.org/officeDocument/2006/relationships/image" Target="../media/image60.png" /><Relationship Id="rId108" Type="http://schemas.openxmlformats.org/officeDocument/2006/relationships/image" Target="../media/image61.svg" /><Relationship Id="rId109" Type="http://schemas.openxmlformats.org/officeDocument/2006/relationships/image" Target="../media/image1.png" /><Relationship Id="rId110" Type="http://schemas.openxmlformats.org/officeDocument/2006/relationships/image" Target="../media/image62.svg" /><Relationship Id="rId111" Type="http://schemas.openxmlformats.org/officeDocument/2006/relationships/image" Target="../media/image70.png" /><Relationship Id="rId112" Type="http://schemas.openxmlformats.org/officeDocument/2006/relationships/image" Target="../media/image71.svg" /><Relationship Id="rId113" Type="http://schemas.openxmlformats.org/officeDocument/2006/relationships/image" Target="../media/image72.png" /><Relationship Id="rId114" Type="http://schemas.openxmlformats.org/officeDocument/2006/relationships/image" Target="../media/image73.svg" /><Relationship Id="rId115" Type="http://schemas.openxmlformats.org/officeDocument/2006/relationships/image" Target="../media/image74.png" /><Relationship Id="rId116" Type="http://schemas.openxmlformats.org/officeDocument/2006/relationships/image" Target="../media/image75.svg" /><Relationship Id="rId117" Type="http://schemas.openxmlformats.org/officeDocument/2006/relationships/image" Target="../media/image70.png" /><Relationship Id="rId118" Type="http://schemas.openxmlformats.org/officeDocument/2006/relationships/image" Target="../media/image71.svg" /></Relationships>
</file>

<file path=ppt/slides/_rels/slide8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4" Type="http://schemas.openxmlformats.org/officeDocument/2006/relationships/notesSlide" Target="../notesSlides/notesSlide12.xml" /><Relationship Id="rId6" Type="http://schemas.openxmlformats.org/officeDocument/2006/relationships/image" Target="../media/image4.png" /><Relationship Id="rId12" Type="http://schemas.openxmlformats.org/officeDocument/2006/relationships/image" Target="../media/image5.svg" /><Relationship Id="rId16" Type="http://schemas.openxmlformats.org/officeDocument/2006/relationships/image" Target="../media/image10.png" /><Relationship Id="rId18" Type="http://schemas.openxmlformats.org/officeDocument/2006/relationships/image" Target="../media/image11.svg" /><Relationship Id="rId20" Type="http://schemas.openxmlformats.org/officeDocument/2006/relationships/image" Target="../media/image1.png" /><Relationship Id="rId22" Type="http://schemas.openxmlformats.org/officeDocument/2006/relationships/image" Target="../media/image2.svg" /><Relationship Id="rId50" Type="http://schemas.openxmlformats.org/officeDocument/2006/relationships/image" Target="../media/image14.png" /><Relationship Id="rId63" Type="http://schemas.openxmlformats.org/officeDocument/2006/relationships/image" Target="../media/image15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76" Type="http://schemas.openxmlformats.org/officeDocument/2006/relationships/image" Target="../media/image27.svg" /><Relationship Id="rId78" Type="http://schemas.openxmlformats.org/officeDocument/2006/relationships/image" Target="../media/image28.png" /><Relationship Id="rId79" Type="http://schemas.openxmlformats.org/officeDocument/2006/relationships/image" Target="../media/image29.svg" /><Relationship Id="rId80" Type="http://schemas.openxmlformats.org/officeDocument/2006/relationships/image" Target="../media/image30.png" /><Relationship Id="rId81" Type="http://schemas.openxmlformats.org/officeDocument/2006/relationships/image" Target="../media/image31.svg" /><Relationship Id="rId82" Type="http://schemas.openxmlformats.org/officeDocument/2006/relationships/image" Target="../media/image32.png" /><Relationship Id="rId83" Type="http://schemas.openxmlformats.org/officeDocument/2006/relationships/image" Target="../media/image33.svg" /><Relationship Id="rId84" Type="http://schemas.openxmlformats.org/officeDocument/2006/relationships/image" Target="../media/image34.png" /><Relationship Id="rId85" Type="http://schemas.openxmlformats.org/officeDocument/2006/relationships/image" Target="../media/image35.svg" /><Relationship Id="rId86" Type="http://schemas.openxmlformats.org/officeDocument/2006/relationships/image" Target="../media/image36.png" /><Relationship Id="rId87" Type="http://schemas.openxmlformats.org/officeDocument/2006/relationships/image" Target="../media/image37.svg" /><Relationship Id="rId88" Type="http://schemas.openxmlformats.org/officeDocument/2006/relationships/image" Target="../media/image38.png" /><Relationship Id="rId89" Type="http://schemas.openxmlformats.org/officeDocument/2006/relationships/image" Target="../media/image39.svg" /><Relationship Id="rId90" Type="http://schemas.openxmlformats.org/officeDocument/2006/relationships/image" Target="../media/image40.png" /><Relationship Id="rId91" Type="http://schemas.openxmlformats.org/officeDocument/2006/relationships/image" Target="../media/image41.svg" /><Relationship Id="rId92" Type="http://schemas.openxmlformats.org/officeDocument/2006/relationships/image" Target="../media/image42.png" /><Relationship Id="rId93" Type="http://schemas.openxmlformats.org/officeDocument/2006/relationships/image" Target="../media/image43.svg" /><Relationship Id="rId94" Type="http://schemas.openxmlformats.org/officeDocument/2006/relationships/image" Target="../media/image44.png" /><Relationship Id="rId95" Type="http://schemas.openxmlformats.org/officeDocument/2006/relationships/image" Target="../media/image45.svg" /><Relationship Id="rId96" Type="http://schemas.openxmlformats.org/officeDocument/2006/relationships/image" Target="../media/image46.png" /><Relationship Id="rId97" Type="http://schemas.openxmlformats.org/officeDocument/2006/relationships/image" Target="../media/image47.svg" /><Relationship Id="rId98" Type="http://schemas.openxmlformats.org/officeDocument/2006/relationships/image" Target="../media/image48.png" /><Relationship Id="rId99" Type="http://schemas.openxmlformats.org/officeDocument/2006/relationships/image" Target="../media/image49.svg" /><Relationship Id="rId100" Type="http://schemas.openxmlformats.org/officeDocument/2006/relationships/image" Target="../media/image52.png" /><Relationship Id="rId101" Type="http://schemas.openxmlformats.org/officeDocument/2006/relationships/image" Target="../media/image53.svg" /><Relationship Id="rId102" Type="http://schemas.openxmlformats.org/officeDocument/2006/relationships/image" Target="../media/image54.png" /><Relationship Id="rId103" Type="http://schemas.openxmlformats.org/officeDocument/2006/relationships/image" Target="../media/image55.svg" /><Relationship Id="rId104" Type="http://schemas.openxmlformats.org/officeDocument/2006/relationships/image" Target="../media/image56.png" /><Relationship Id="rId105" Type="http://schemas.openxmlformats.org/officeDocument/2006/relationships/image" Target="../media/image57.svg" /><Relationship Id="rId106" Type="http://schemas.openxmlformats.org/officeDocument/2006/relationships/image" Target="../media/image58.png" /><Relationship Id="rId107" Type="http://schemas.openxmlformats.org/officeDocument/2006/relationships/image" Target="../media/image59.svg" /><Relationship Id="rId108" Type="http://schemas.openxmlformats.org/officeDocument/2006/relationships/image" Target="../media/image60.png" /><Relationship Id="rId109" Type="http://schemas.openxmlformats.org/officeDocument/2006/relationships/image" Target="../media/image61.svg" /><Relationship Id="rId110" Type="http://schemas.openxmlformats.org/officeDocument/2006/relationships/image" Target="../media/image1.png" /><Relationship Id="rId111" Type="http://schemas.openxmlformats.org/officeDocument/2006/relationships/image" Target="../media/image62.svg" /><Relationship Id="rId112" Type="http://schemas.openxmlformats.org/officeDocument/2006/relationships/image" Target="../media/image69.png" /><Relationship Id="rId113" Type="http://schemas.openxmlformats.org/officeDocument/2006/relationships/image" Target="../media/image70.png" /><Relationship Id="rId114" Type="http://schemas.openxmlformats.org/officeDocument/2006/relationships/image" Target="../media/image71.svg" /><Relationship Id="rId115" Type="http://schemas.openxmlformats.org/officeDocument/2006/relationships/image" Target="../media/image72.png" /><Relationship Id="rId116" Type="http://schemas.openxmlformats.org/officeDocument/2006/relationships/image" Target="../media/image73.svg" /><Relationship Id="rId117" Type="http://schemas.openxmlformats.org/officeDocument/2006/relationships/image" Target="../media/image74.png" /><Relationship Id="rId118" Type="http://schemas.openxmlformats.org/officeDocument/2006/relationships/image" Target="../media/image75.svg" /><Relationship Id="rId119" Type="http://schemas.openxmlformats.org/officeDocument/2006/relationships/image" Target="../media/image70.png" /><Relationship Id="rId120" Type="http://schemas.openxmlformats.org/officeDocument/2006/relationships/image" Target="../media/image71.svg" /></Relationships>
</file>

<file path=ppt/slides/_rels/slide9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2" Type="http://schemas.openxmlformats.org/officeDocument/2006/relationships/notesSlide" Target="../notesSlides/notesSlide14.xml" /><Relationship Id="rId6" Type="http://schemas.openxmlformats.org/officeDocument/2006/relationships/image" Target="../media/image6.png" /><Relationship Id="rId12" Type="http://schemas.openxmlformats.org/officeDocument/2006/relationships/image" Target="../media/image7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18" Type="http://schemas.openxmlformats.org/officeDocument/2006/relationships/image" Target="../media/image1.png" /><Relationship Id="rId20" Type="http://schemas.openxmlformats.org/officeDocument/2006/relationships/image" Target="../media/image2.svg" /><Relationship Id="rId50" Type="http://schemas.openxmlformats.org/officeDocument/2006/relationships/image" Target="../media/image22.png" /><Relationship Id="rId63" Type="http://schemas.openxmlformats.org/officeDocument/2006/relationships/image" Target="../media/image23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69" Type="http://schemas.openxmlformats.org/officeDocument/2006/relationships/image" Target="../media/image27.svg" /><Relationship Id="rId76" Type="http://schemas.openxmlformats.org/officeDocument/2006/relationships/image" Target="../media/image28.png" /><Relationship Id="rId78" Type="http://schemas.openxmlformats.org/officeDocument/2006/relationships/image" Target="../media/image29.svg" /><Relationship Id="rId79" Type="http://schemas.openxmlformats.org/officeDocument/2006/relationships/image" Target="../media/image30.png" /><Relationship Id="rId80" Type="http://schemas.openxmlformats.org/officeDocument/2006/relationships/image" Target="../media/image31.svg" /><Relationship Id="rId81" Type="http://schemas.openxmlformats.org/officeDocument/2006/relationships/image" Target="../media/image32.png" /><Relationship Id="rId82" Type="http://schemas.openxmlformats.org/officeDocument/2006/relationships/image" Target="../media/image33.svg" /><Relationship Id="rId83" Type="http://schemas.openxmlformats.org/officeDocument/2006/relationships/image" Target="../media/image34.png" /><Relationship Id="rId84" Type="http://schemas.openxmlformats.org/officeDocument/2006/relationships/image" Target="../media/image35.svg" /><Relationship Id="rId85" Type="http://schemas.openxmlformats.org/officeDocument/2006/relationships/image" Target="../media/image36.png" /><Relationship Id="rId86" Type="http://schemas.openxmlformats.org/officeDocument/2006/relationships/image" Target="../media/image37.svg" /><Relationship Id="rId87" Type="http://schemas.openxmlformats.org/officeDocument/2006/relationships/image" Target="../media/image38.png" /><Relationship Id="rId88" Type="http://schemas.openxmlformats.org/officeDocument/2006/relationships/image" Target="../media/image39.svg" /><Relationship Id="rId89" Type="http://schemas.openxmlformats.org/officeDocument/2006/relationships/image" Target="../media/image40.png" /><Relationship Id="rId90" Type="http://schemas.openxmlformats.org/officeDocument/2006/relationships/image" Target="../media/image41.svg" /><Relationship Id="rId91" Type="http://schemas.openxmlformats.org/officeDocument/2006/relationships/image" Target="../media/image42.png" /><Relationship Id="rId92" Type="http://schemas.openxmlformats.org/officeDocument/2006/relationships/image" Target="../media/image43.svg" /><Relationship Id="rId93" Type="http://schemas.openxmlformats.org/officeDocument/2006/relationships/image" Target="../media/image44.png" /><Relationship Id="rId94" Type="http://schemas.openxmlformats.org/officeDocument/2006/relationships/image" Target="../media/image45.svg" /><Relationship Id="rId95" Type="http://schemas.openxmlformats.org/officeDocument/2006/relationships/image" Target="../media/image46.png" /><Relationship Id="rId96" Type="http://schemas.openxmlformats.org/officeDocument/2006/relationships/image" Target="../media/image47.svg" /><Relationship Id="rId97" Type="http://schemas.openxmlformats.org/officeDocument/2006/relationships/image" Target="../media/image48.png" /><Relationship Id="rId98" Type="http://schemas.openxmlformats.org/officeDocument/2006/relationships/image" Target="../media/image49.svg" /><Relationship Id="rId99" Type="http://schemas.openxmlformats.org/officeDocument/2006/relationships/image" Target="../media/image52.png" /><Relationship Id="rId100" Type="http://schemas.openxmlformats.org/officeDocument/2006/relationships/image" Target="../media/image53.svg" /><Relationship Id="rId101" Type="http://schemas.openxmlformats.org/officeDocument/2006/relationships/image" Target="../media/image54.png" /><Relationship Id="rId102" Type="http://schemas.openxmlformats.org/officeDocument/2006/relationships/image" Target="../media/image55.svg" /><Relationship Id="rId103" Type="http://schemas.openxmlformats.org/officeDocument/2006/relationships/image" Target="../media/image56.png" /><Relationship Id="rId104" Type="http://schemas.openxmlformats.org/officeDocument/2006/relationships/image" Target="../media/image57.svg" /><Relationship Id="rId105" Type="http://schemas.openxmlformats.org/officeDocument/2006/relationships/image" Target="../media/image58.png" /><Relationship Id="rId106" Type="http://schemas.openxmlformats.org/officeDocument/2006/relationships/image" Target="../media/image59.svg" /><Relationship Id="rId107" Type="http://schemas.openxmlformats.org/officeDocument/2006/relationships/image" Target="../media/image60.png" /><Relationship Id="rId108" Type="http://schemas.openxmlformats.org/officeDocument/2006/relationships/image" Target="../media/image61.svg" /><Relationship Id="rId109" Type="http://schemas.openxmlformats.org/officeDocument/2006/relationships/image" Target="../media/image1.png" /><Relationship Id="rId110" Type="http://schemas.openxmlformats.org/officeDocument/2006/relationships/image" Target="../media/image62.svg" /><Relationship Id="rId111" Type="http://schemas.openxmlformats.org/officeDocument/2006/relationships/image" Target="../media/image70.png" /><Relationship Id="rId112" Type="http://schemas.openxmlformats.org/officeDocument/2006/relationships/image" Target="../media/image71.svg" /><Relationship Id="rId113" Type="http://schemas.openxmlformats.org/officeDocument/2006/relationships/image" Target="../media/image72.png" /><Relationship Id="rId114" Type="http://schemas.openxmlformats.org/officeDocument/2006/relationships/image" Target="../media/image73.svg" /><Relationship Id="rId115" Type="http://schemas.openxmlformats.org/officeDocument/2006/relationships/image" Target="../media/image74.png" /><Relationship Id="rId116" Type="http://schemas.openxmlformats.org/officeDocument/2006/relationships/image" Target="../media/image75.svg" /><Relationship Id="rId117" Type="http://schemas.openxmlformats.org/officeDocument/2006/relationships/image" Target="../media/image70.png" /><Relationship Id="rId118" Type="http://schemas.openxmlformats.org/officeDocument/2006/relationships/image" Target="../media/image71.svg" /></Relationships>
</file>

<file path=ppt/slides/_rels/slide10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2" Type="http://schemas.openxmlformats.org/officeDocument/2006/relationships/notesSlide" Target="../notesSlides/notesSlide16.xml" /><Relationship Id="rId6" Type="http://schemas.openxmlformats.org/officeDocument/2006/relationships/image" Target="../media/image6.png" /><Relationship Id="rId12" Type="http://schemas.openxmlformats.org/officeDocument/2006/relationships/image" Target="../media/image7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18" Type="http://schemas.openxmlformats.org/officeDocument/2006/relationships/image" Target="../media/image1.png" /><Relationship Id="rId20" Type="http://schemas.openxmlformats.org/officeDocument/2006/relationships/image" Target="../media/image2.svg" /><Relationship Id="rId50" Type="http://schemas.openxmlformats.org/officeDocument/2006/relationships/image" Target="../media/image22.png" /><Relationship Id="rId65" Type="http://schemas.openxmlformats.org/officeDocument/2006/relationships/image" Target="../media/image23.svg" /><Relationship Id="rId67" Type="http://schemas.openxmlformats.org/officeDocument/2006/relationships/image" Target="../media/image24.png" /><Relationship Id="rId68" Type="http://schemas.openxmlformats.org/officeDocument/2006/relationships/image" Target="../media/image25.svg" /><Relationship Id="rId69" Type="http://schemas.openxmlformats.org/officeDocument/2006/relationships/image" Target="../media/image26.png" /><Relationship Id="rId76" Type="http://schemas.openxmlformats.org/officeDocument/2006/relationships/image" Target="../media/image27.svg" /><Relationship Id="rId78" Type="http://schemas.openxmlformats.org/officeDocument/2006/relationships/image" Target="../media/image28.png" /><Relationship Id="rId79" Type="http://schemas.openxmlformats.org/officeDocument/2006/relationships/image" Target="../media/image29.svg" /><Relationship Id="rId80" Type="http://schemas.openxmlformats.org/officeDocument/2006/relationships/image" Target="../media/image30.png" /><Relationship Id="rId81" Type="http://schemas.openxmlformats.org/officeDocument/2006/relationships/image" Target="../media/image31.svg" /><Relationship Id="rId82" Type="http://schemas.openxmlformats.org/officeDocument/2006/relationships/image" Target="../media/image32.png" /><Relationship Id="rId83" Type="http://schemas.openxmlformats.org/officeDocument/2006/relationships/image" Target="../media/image33.svg" /><Relationship Id="rId84" Type="http://schemas.openxmlformats.org/officeDocument/2006/relationships/image" Target="../media/image34.png" /><Relationship Id="rId85" Type="http://schemas.openxmlformats.org/officeDocument/2006/relationships/image" Target="../media/image35.svg" /><Relationship Id="rId86" Type="http://schemas.openxmlformats.org/officeDocument/2006/relationships/image" Target="../media/image36.png" /><Relationship Id="rId87" Type="http://schemas.openxmlformats.org/officeDocument/2006/relationships/image" Target="../media/image37.svg" /><Relationship Id="rId88" Type="http://schemas.openxmlformats.org/officeDocument/2006/relationships/image" Target="../media/image38.png" /><Relationship Id="rId89" Type="http://schemas.openxmlformats.org/officeDocument/2006/relationships/image" Target="../media/image39.svg" /><Relationship Id="rId90" Type="http://schemas.openxmlformats.org/officeDocument/2006/relationships/image" Target="../media/image40.png" /><Relationship Id="rId91" Type="http://schemas.openxmlformats.org/officeDocument/2006/relationships/image" Target="../media/image41.svg" /><Relationship Id="rId92" Type="http://schemas.openxmlformats.org/officeDocument/2006/relationships/image" Target="../media/image42.png" /><Relationship Id="rId93" Type="http://schemas.openxmlformats.org/officeDocument/2006/relationships/image" Target="../media/image43.svg" /><Relationship Id="rId94" Type="http://schemas.openxmlformats.org/officeDocument/2006/relationships/image" Target="../media/image44.png" /><Relationship Id="rId95" Type="http://schemas.openxmlformats.org/officeDocument/2006/relationships/image" Target="../media/image45.svg" /><Relationship Id="rId96" Type="http://schemas.openxmlformats.org/officeDocument/2006/relationships/image" Target="../media/image46.png" /><Relationship Id="rId97" Type="http://schemas.openxmlformats.org/officeDocument/2006/relationships/image" Target="../media/image47.svg" /><Relationship Id="rId98" Type="http://schemas.openxmlformats.org/officeDocument/2006/relationships/image" Target="../media/image48.png" /><Relationship Id="rId99" Type="http://schemas.openxmlformats.org/officeDocument/2006/relationships/image" Target="../media/image49.svg" /><Relationship Id="rId100" Type="http://schemas.openxmlformats.org/officeDocument/2006/relationships/image" Target="../media/image52.png" /><Relationship Id="rId101" Type="http://schemas.openxmlformats.org/officeDocument/2006/relationships/image" Target="../media/image53.svg" /><Relationship Id="rId102" Type="http://schemas.openxmlformats.org/officeDocument/2006/relationships/image" Target="../media/image54.png" /><Relationship Id="rId103" Type="http://schemas.openxmlformats.org/officeDocument/2006/relationships/image" Target="../media/image55.svg" /><Relationship Id="rId104" Type="http://schemas.openxmlformats.org/officeDocument/2006/relationships/image" Target="../media/image56.png" /><Relationship Id="rId105" Type="http://schemas.openxmlformats.org/officeDocument/2006/relationships/image" Target="../media/image57.svg" /><Relationship Id="rId106" Type="http://schemas.openxmlformats.org/officeDocument/2006/relationships/image" Target="../media/image58.png" /><Relationship Id="rId107" Type="http://schemas.openxmlformats.org/officeDocument/2006/relationships/image" Target="../media/image59.svg" /><Relationship Id="rId108" Type="http://schemas.openxmlformats.org/officeDocument/2006/relationships/image" Target="../media/image60.png" /><Relationship Id="rId109" Type="http://schemas.openxmlformats.org/officeDocument/2006/relationships/image" Target="../media/image61.svg" /><Relationship Id="rId110" Type="http://schemas.openxmlformats.org/officeDocument/2006/relationships/image" Target="../media/image1.png" /><Relationship Id="rId111" Type="http://schemas.openxmlformats.org/officeDocument/2006/relationships/image" Target="../media/image62.svg" /><Relationship Id="rId112" Type="http://schemas.openxmlformats.org/officeDocument/2006/relationships/image" Target="../media/image63.png" /><Relationship Id="rId113" Type="http://schemas.openxmlformats.org/officeDocument/2006/relationships/image" Target="../media/image64.svg" /><Relationship Id="rId114" Type="http://schemas.openxmlformats.org/officeDocument/2006/relationships/image" Target="../media/image70.png" /><Relationship Id="rId115" Type="http://schemas.openxmlformats.org/officeDocument/2006/relationships/image" Target="../media/image71.svg" /><Relationship Id="rId116" Type="http://schemas.openxmlformats.org/officeDocument/2006/relationships/image" Target="../media/image72.png" /><Relationship Id="rId117" Type="http://schemas.openxmlformats.org/officeDocument/2006/relationships/image" Target="../media/image73.svg" /><Relationship Id="rId118" Type="http://schemas.openxmlformats.org/officeDocument/2006/relationships/image" Target="../media/image74.png" /><Relationship Id="rId119" Type="http://schemas.openxmlformats.org/officeDocument/2006/relationships/image" Target="../media/image75.svg" /><Relationship Id="rId120" Type="http://schemas.openxmlformats.org/officeDocument/2006/relationships/image" Target="../media/image70.png" /><Relationship Id="rId121" Type="http://schemas.openxmlformats.org/officeDocument/2006/relationships/image" Target="../media/image71.svg" /></Relationships>
</file>

<file path=ppt/slides/_rels/slide1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4" Type="http://schemas.openxmlformats.org/officeDocument/2006/relationships/notesSlide" Target="../notesSlides/notesSlide18.xml" /><Relationship Id="rId6" Type="http://schemas.openxmlformats.org/officeDocument/2006/relationships/image" Target="../media/image4.png" /><Relationship Id="rId12" Type="http://schemas.openxmlformats.org/officeDocument/2006/relationships/image" Target="../media/image5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20" Type="http://schemas.openxmlformats.org/officeDocument/2006/relationships/image" Target="../media/image1.png" /><Relationship Id="rId22" Type="http://schemas.openxmlformats.org/officeDocument/2006/relationships/image" Target="../media/image2.svg" /><Relationship Id="rId50" Type="http://schemas.openxmlformats.org/officeDocument/2006/relationships/image" Target="../media/image18.png" /><Relationship Id="rId63" Type="http://schemas.openxmlformats.org/officeDocument/2006/relationships/image" Target="../media/image19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69" Type="http://schemas.openxmlformats.org/officeDocument/2006/relationships/image" Target="../media/image27.svg" /><Relationship Id="rId76" Type="http://schemas.openxmlformats.org/officeDocument/2006/relationships/image" Target="../media/image28.png" /><Relationship Id="rId78" Type="http://schemas.openxmlformats.org/officeDocument/2006/relationships/image" Target="../media/image29.svg" /><Relationship Id="rId79" Type="http://schemas.openxmlformats.org/officeDocument/2006/relationships/image" Target="../media/image30.png" /><Relationship Id="rId80" Type="http://schemas.openxmlformats.org/officeDocument/2006/relationships/image" Target="../media/image31.svg" /><Relationship Id="rId81" Type="http://schemas.openxmlformats.org/officeDocument/2006/relationships/image" Target="../media/image32.png" /><Relationship Id="rId82" Type="http://schemas.openxmlformats.org/officeDocument/2006/relationships/image" Target="../media/image33.svg" /><Relationship Id="rId83" Type="http://schemas.openxmlformats.org/officeDocument/2006/relationships/image" Target="../media/image34.png" /><Relationship Id="rId84" Type="http://schemas.openxmlformats.org/officeDocument/2006/relationships/image" Target="../media/image35.svg" /><Relationship Id="rId85" Type="http://schemas.openxmlformats.org/officeDocument/2006/relationships/image" Target="../media/image36.png" /><Relationship Id="rId86" Type="http://schemas.openxmlformats.org/officeDocument/2006/relationships/image" Target="../media/image37.svg" /><Relationship Id="rId87" Type="http://schemas.openxmlformats.org/officeDocument/2006/relationships/image" Target="../media/image38.png" /><Relationship Id="rId88" Type="http://schemas.openxmlformats.org/officeDocument/2006/relationships/image" Target="../media/image39.svg" /><Relationship Id="rId89" Type="http://schemas.openxmlformats.org/officeDocument/2006/relationships/image" Target="../media/image40.png" /><Relationship Id="rId90" Type="http://schemas.openxmlformats.org/officeDocument/2006/relationships/image" Target="../media/image41.svg" /><Relationship Id="rId91" Type="http://schemas.openxmlformats.org/officeDocument/2006/relationships/image" Target="../media/image42.png" /><Relationship Id="rId92" Type="http://schemas.openxmlformats.org/officeDocument/2006/relationships/image" Target="../media/image43.svg" /><Relationship Id="rId93" Type="http://schemas.openxmlformats.org/officeDocument/2006/relationships/image" Target="../media/image44.png" /><Relationship Id="rId94" Type="http://schemas.openxmlformats.org/officeDocument/2006/relationships/image" Target="../media/image45.svg" /><Relationship Id="rId95" Type="http://schemas.openxmlformats.org/officeDocument/2006/relationships/image" Target="../media/image46.png" /><Relationship Id="rId96" Type="http://schemas.openxmlformats.org/officeDocument/2006/relationships/image" Target="../media/image47.svg" /><Relationship Id="rId97" Type="http://schemas.openxmlformats.org/officeDocument/2006/relationships/image" Target="../media/image48.png" /><Relationship Id="rId98" Type="http://schemas.openxmlformats.org/officeDocument/2006/relationships/image" Target="../media/image49.svg" /><Relationship Id="rId99" Type="http://schemas.openxmlformats.org/officeDocument/2006/relationships/image" Target="../media/image52.png" /><Relationship Id="rId100" Type="http://schemas.openxmlformats.org/officeDocument/2006/relationships/image" Target="../media/image53.svg" /><Relationship Id="rId101" Type="http://schemas.openxmlformats.org/officeDocument/2006/relationships/image" Target="../media/image54.png" /><Relationship Id="rId102" Type="http://schemas.openxmlformats.org/officeDocument/2006/relationships/image" Target="../media/image55.svg" /><Relationship Id="rId103" Type="http://schemas.openxmlformats.org/officeDocument/2006/relationships/image" Target="../media/image56.png" /><Relationship Id="rId104" Type="http://schemas.openxmlformats.org/officeDocument/2006/relationships/image" Target="../media/image57.svg" /><Relationship Id="rId105" Type="http://schemas.openxmlformats.org/officeDocument/2006/relationships/image" Target="../media/image58.png" /><Relationship Id="rId106" Type="http://schemas.openxmlformats.org/officeDocument/2006/relationships/image" Target="../media/image59.svg" /><Relationship Id="rId107" Type="http://schemas.openxmlformats.org/officeDocument/2006/relationships/image" Target="../media/image60.png" /><Relationship Id="rId108" Type="http://schemas.openxmlformats.org/officeDocument/2006/relationships/image" Target="../media/image61.svg" /><Relationship Id="rId109" Type="http://schemas.openxmlformats.org/officeDocument/2006/relationships/image" Target="../media/image1.png" /><Relationship Id="rId110" Type="http://schemas.openxmlformats.org/officeDocument/2006/relationships/image" Target="../media/image62.svg" /><Relationship Id="rId111" Type="http://schemas.openxmlformats.org/officeDocument/2006/relationships/image" Target="../media/image70.png" /><Relationship Id="rId112" Type="http://schemas.openxmlformats.org/officeDocument/2006/relationships/image" Target="../media/image71.svg" /><Relationship Id="rId113" Type="http://schemas.openxmlformats.org/officeDocument/2006/relationships/image" Target="../media/image72.png" /><Relationship Id="rId114" Type="http://schemas.openxmlformats.org/officeDocument/2006/relationships/image" Target="../media/image73.svg" /><Relationship Id="rId115" Type="http://schemas.openxmlformats.org/officeDocument/2006/relationships/image" Target="../media/image74.png" /><Relationship Id="rId116" Type="http://schemas.openxmlformats.org/officeDocument/2006/relationships/image" Target="../media/image75.svg" /><Relationship Id="rId117" Type="http://schemas.openxmlformats.org/officeDocument/2006/relationships/image" Target="../media/image70.png" /><Relationship Id="rId118" Type="http://schemas.openxmlformats.org/officeDocument/2006/relationships/image" Target="../media/image71.svg" /></Relationships>
</file>

<file path=ppt/slides/_rels/slide1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2" Type="http://schemas.openxmlformats.org/officeDocument/2006/relationships/notesSlide" Target="../notesSlides/notesSlide20.xml" /><Relationship Id="rId6" Type="http://schemas.openxmlformats.org/officeDocument/2006/relationships/image" Target="../media/image6.png" /><Relationship Id="rId12" Type="http://schemas.openxmlformats.org/officeDocument/2006/relationships/image" Target="../media/image7.svg" /><Relationship Id="rId16" Type="http://schemas.openxmlformats.org/officeDocument/2006/relationships/image" Target="../media/image10.png" /><Relationship Id="rId18" Type="http://schemas.openxmlformats.org/officeDocument/2006/relationships/image" Target="../media/image11.svg" /><Relationship Id="rId20" Type="http://schemas.openxmlformats.org/officeDocument/2006/relationships/image" Target="../media/image1.png" /><Relationship Id="rId22" Type="http://schemas.openxmlformats.org/officeDocument/2006/relationships/image" Target="../media/image2.svg" /><Relationship Id="rId50" Type="http://schemas.openxmlformats.org/officeDocument/2006/relationships/image" Target="../media/image14.png" /><Relationship Id="rId63" Type="http://schemas.openxmlformats.org/officeDocument/2006/relationships/image" Target="../media/image15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76" Type="http://schemas.openxmlformats.org/officeDocument/2006/relationships/image" Target="../media/image27.svg" /><Relationship Id="rId78" Type="http://schemas.openxmlformats.org/officeDocument/2006/relationships/image" Target="../media/image28.png" /><Relationship Id="rId79" Type="http://schemas.openxmlformats.org/officeDocument/2006/relationships/image" Target="../media/image29.svg" /><Relationship Id="rId80" Type="http://schemas.openxmlformats.org/officeDocument/2006/relationships/image" Target="../media/image30.png" /><Relationship Id="rId81" Type="http://schemas.openxmlformats.org/officeDocument/2006/relationships/image" Target="../media/image31.svg" /><Relationship Id="rId82" Type="http://schemas.openxmlformats.org/officeDocument/2006/relationships/image" Target="../media/image32.png" /><Relationship Id="rId83" Type="http://schemas.openxmlformats.org/officeDocument/2006/relationships/image" Target="../media/image33.svg" /><Relationship Id="rId84" Type="http://schemas.openxmlformats.org/officeDocument/2006/relationships/image" Target="../media/image34.png" /><Relationship Id="rId85" Type="http://schemas.openxmlformats.org/officeDocument/2006/relationships/image" Target="../media/image35.svg" /><Relationship Id="rId86" Type="http://schemas.openxmlformats.org/officeDocument/2006/relationships/image" Target="../media/image36.png" /><Relationship Id="rId87" Type="http://schemas.openxmlformats.org/officeDocument/2006/relationships/image" Target="../media/image37.svg" /><Relationship Id="rId88" Type="http://schemas.openxmlformats.org/officeDocument/2006/relationships/image" Target="../media/image38.png" /><Relationship Id="rId89" Type="http://schemas.openxmlformats.org/officeDocument/2006/relationships/image" Target="../media/image39.svg" /><Relationship Id="rId90" Type="http://schemas.openxmlformats.org/officeDocument/2006/relationships/image" Target="../media/image40.png" /><Relationship Id="rId91" Type="http://schemas.openxmlformats.org/officeDocument/2006/relationships/image" Target="../media/image41.svg" /><Relationship Id="rId92" Type="http://schemas.openxmlformats.org/officeDocument/2006/relationships/image" Target="../media/image42.png" /><Relationship Id="rId93" Type="http://schemas.openxmlformats.org/officeDocument/2006/relationships/image" Target="../media/image43.svg" /><Relationship Id="rId94" Type="http://schemas.openxmlformats.org/officeDocument/2006/relationships/image" Target="../media/image44.png" /><Relationship Id="rId95" Type="http://schemas.openxmlformats.org/officeDocument/2006/relationships/image" Target="../media/image45.svg" /><Relationship Id="rId96" Type="http://schemas.openxmlformats.org/officeDocument/2006/relationships/image" Target="../media/image46.png" /><Relationship Id="rId97" Type="http://schemas.openxmlformats.org/officeDocument/2006/relationships/image" Target="../media/image47.svg" /><Relationship Id="rId98" Type="http://schemas.openxmlformats.org/officeDocument/2006/relationships/image" Target="../media/image48.png" /><Relationship Id="rId99" Type="http://schemas.openxmlformats.org/officeDocument/2006/relationships/image" Target="../media/image49.svg" /><Relationship Id="rId100" Type="http://schemas.openxmlformats.org/officeDocument/2006/relationships/image" Target="../media/image52.png" /><Relationship Id="rId101" Type="http://schemas.openxmlformats.org/officeDocument/2006/relationships/image" Target="../media/image53.svg" /><Relationship Id="rId102" Type="http://schemas.openxmlformats.org/officeDocument/2006/relationships/image" Target="../media/image54.png" /><Relationship Id="rId103" Type="http://schemas.openxmlformats.org/officeDocument/2006/relationships/image" Target="../media/image55.svg" /><Relationship Id="rId104" Type="http://schemas.openxmlformats.org/officeDocument/2006/relationships/image" Target="../media/image56.png" /><Relationship Id="rId105" Type="http://schemas.openxmlformats.org/officeDocument/2006/relationships/image" Target="../media/image57.svg" /><Relationship Id="rId106" Type="http://schemas.openxmlformats.org/officeDocument/2006/relationships/image" Target="../media/image58.png" /><Relationship Id="rId107" Type="http://schemas.openxmlformats.org/officeDocument/2006/relationships/image" Target="../media/image59.svg" /><Relationship Id="rId108" Type="http://schemas.openxmlformats.org/officeDocument/2006/relationships/image" Target="../media/image60.png" /><Relationship Id="rId109" Type="http://schemas.openxmlformats.org/officeDocument/2006/relationships/image" Target="../media/image61.svg" /><Relationship Id="rId110" Type="http://schemas.openxmlformats.org/officeDocument/2006/relationships/image" Target="../media/image1.png" /><Relationship Id="rId111" Type="http://schemas.openxmlformats.org/officeDocument/2006/relationships/image" Target="../media/image62.svg" /><Relationship Id="rId112" Type="http://schemas.openxmlformats.org/officeDocument/2006/relationships/image" Target="../media/image69.png" /><Relationship Id="rId113" Type="http://schemas.openxmlformats.org/officeDocument/2006/relationships/image" Target="../media/image70.png" /><Relationship Id="rId114" Type="http://schemas.openxmlformats.org/officeDocument/2006/relationships/image" Target="../media/image71.svg" /><Relationship Id="rId115" Type="http://schemas.openxmlformats.org/officeDocument/2006/relationships/image" Target="../media/image72.png" /><Relationship Id="rId116" Type="http://schemas.openxmlformats.org/officeDocument/2006/relationships/image" Target="../media/image73.svg" /><Relationship Id="rId117" Type="http://schemas.openxmlformats.org/officeDocument/2006/relationships/image" Target="../media/image74.png" /><Relationship Id="rId118" Type="http://schemas.openxmlformats.org/officeDocument/2006/relationships/image" Target="../media/image75.svg" /><Relationship Id="rId119" Type="http://schemas.openxmlformats.org/officeDocument/2006/relationships/image" Target="../media/image70.png" /><Relationship Id="rId120" Type="http://schemas.openxmlformats.org/officeDocument/2006/relationships/image" Target="../media/image71.svg" /></Relationships>
</file>

<file path=ppt/slides/_rels/slide13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4" Type="http://schemas.openxmlformats.org/officeDocument/2006/relationships/notesSlide" Target="../notesSlides/notesSlide22.xml" /><Relationship Id="rId6" Type="http://schemas.openxmlformats.org/officeDocument/2006/relationships/image" Target="../media/image4.png" /><Relationship Id="rId12" Type="http://schemas.openxmlformats.org/officeDocument/2006/relationships/image" Target="../media/image5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20" Type="http://schemas.openxmlformats.org/officeDocument/2006/relationships/image" Target="../media/image1.png" /><Relationship Id="rId22" Type="http://schemas.openxmlformats.org/officeDocument/2006/relationships/image" Target="../media/image2.svg" /><Relationship Id="rId50" Type="http://schemas.openxmlformats.org/officeDocument/2006/relationships/image" Target="../media/image18.png" /><Relationship Id="rId63" Type="http://schemas.openxmlformats.org/officeDocument/2006/relationships/image" Target="../media/image19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69" Type="http://schemas.openxmlformats.org/officeDocument/2006/relationships/image" Target="../media/image27.svg" /><Relationship Id="rId76" Type="http://schemas.openxmlformats.org/officeDocument/2006/relationships/image" Target="../media/image28.png" /><Relationship Id="rId78" Type="http://schemas.openxmlformats.org/officeDocument/2006/relationships/image" Target="../media/image29.svg" /><Relationship Id="rId79" Type="http://schemas.openxmlformats.org/officeDocument/2006/relationships/image" Target="../media/image30.png" /><Relationship Id="rId80" Type="http://schemas.openxmlformats.org/officeDocument/2006/relationships/image" Target="../media/image31.svg" /><Relationship Id="rId81" Type="http://schemas.openxmlformats.org/officeDocument/2006/relationships/image" Target="../media/image32.png" /><Relationship Id="rId82" Type="http://schemas.openxmlformats.org/officeDocument/2006/relationships/image" Target="../media/image33.svg" /><Relationship Id="rId83" Type="http://schemas.openxmlformats.org/officeDocument/2006/relationships/image" Target="../media/image34.png" /><Relationship Id="rId84" Type="http://schemas.openxmlformats.org/officeDocument/2006/relationships/image" Target="../media/image35.svg" /><Relationship Id="rId85" Type="http://schemas.openxmlformats.org/officeDocument/2006/relationships/image" Target="../media/image36.png" /><Relationship Id="rId86" Type="http://schemas.openxmlformats.org/officeDocument/2006/relationships/image" Target="../media/image37.svg" /><Relationship Id="rId87" Type="http://schemas.openxmlformats.org/officeDocument/2006/relationships/image" Target="../media/image38.png" /><Relationship Id="rId88" Type="http://schemas.openxmlformats.org/officeDocument/2006/relationships/image" Target="../media/image39.svg" /><Relationship Id="rId89" Type="http://schemas.openxmlformats.org/officeDocument/2006/relationships/image" Target="../media/image40.png" /><Relationship Id="rId90" Type="http://schemas.openxmlformats.org/officeDocument/2006/relationships/image" Target="../media/image41.svg" /><Relationship Id="rId91" Type="http://schemas.openxmlformats.org/officeDocument/2006/relationships/image" Target="../media/image42.png" /><Relationship Id="rId92" Type="http://schemas.openxmlformats.org/officeDocument/2006/relationships/image" Target="../media/image43.svg" /><Relationship Id="rId93" Type="http://schemas.openxmlformats.org/officeDocument/2006/relationships/image" Target="../media/image44.png" /><Relationship Id="rId94" Type="http://schemas.openxmlformats.org/officeDocument/2006/relationships/image" Target="../media/image45.svg" /><Relationship Id="rId95" Type="http://schemas.openxmlformats.org/officeDocument/2006/relationships/image" Target="../media/image46.png" /><Relationship Id="rId96" Type="http://schemas.openxmlformats.org/officeDocument/2006/relationships/image" Target="../media/image47.svg" /><Relationship Id="rId97" Type="http://schemas.openxmlformats.org/officeDocument/2006/relationships/image" Target="../media/image48.png" /><Relationship Id="rId98" Type="http://schemas.openxmlformats.org/officeDocument/2006/relationships/image" Target="../media/image49.svg" /><Relationship Id="rId99" Type="http://schemas.openxmlformats.org/officeDocument/2006/relationships/image" Target="../media/image52.png" /><Relationship Id="rId100" Type="http://schemas.openxmlformats.org/officeDocument/2006/relationships/image" Target="../media/image53.svg" /><Relationship Id="rId101" Type="http://schemas.openxmlformats.org/officeDocument/2006/relationships/image" Target="../media/image54.png" /><Relationship Id="rId102" Type="http://schemas.openxmlformats.org/officeDocument/2006/relationships/image" Target="../media/image55.svg" /><Relationship Id="rId103" Type="http://schemas.openxmlformats.org/officeDocument/2006/relationships/image" Target="../media/image56.png" /><Relationship Id="rId104" Type="http://schemas.openxmlformats.org/officeDocument/2006/relationships/image" Target="../media/image57.svg" /><Relationship Id="rId105" Type="http://schemas.openxmlformats.org/officeDocument/2006/relationships/image" Target="../media/image58.png" /><Relationship Id="rId106" Type="http://schemas.openxmlformats.org/officeDocument/2006/relationships/image" Target="../media/image59.svg" /><Relationship Id="rId107" Type="http://schemas.openxmlformats.org/officeDocument/2006/relationships/image" Target="../media/image60.png" /><Relationship Id="rId108" Type="http://schemas.openxmlformats.org/officeDocument/2006/relationships/image" Target="../media/image61.svg" /><Relationship Id="rId109" Type="http://schemas.openxmlformats.org/officeDocument/2006/relationships/image" Target="../media/image1.png" /><Relationship Id="rId110" Type="http://schemas.openxmlformats.org/officeDocument/2006/relationships/image" Target="../media/image62.svg" /><Relationship Id="rId111" Type="http://schemas.openxmlformats.org/officeDocument/2006/relationships/image" Target="../media/image70.png" /><Relationship Id="rId112" Type="http://schemas.openxmlformats.org/officeDocument/2006/relationships/image" Target="../media/image71.svg" /><Relationship Id="rId113" Type="http://schemas.openxmlformats.org/officeDocument/2006/relationships/image" Target="../media/image72.png" /><Relationship Id="rId114" Type="http://schemas.openxmlformats.org/officeDocument/2006/relationships/image" Target="../media/image73.svg" /><Relationship Id="rId115" Type="http://schemas.openxmlformats.org/officeDocument/2006/relationships/image" Target="../media/image74.png" /><Relationship Id="rId116" Type="http://schemas.openxmlformats.org/officeDocument/2006/relationships/image" Target="../media/image75.svg" /><Relationship Id="rId117" Type="http://schemas.openxmlformats.org/officeDocument/2006/relationships/image" Target="../media/image70.png" /><Relationship Id="rId118" Type="http://schemas.openxmlformats.org/officeDocument/2006/relationships/image" Target="../media/image71.svg" /></Relationships>
</file>

<file path=ppt/slides/_rels/slide14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4" Type="http://schemas.openxmlformats.org/officeDocument/2006/relationships/notesSlide" Target="../notesSlides/notesSlide24.xml" /><Relationship Id="rId6" Type="http://schemas.openxmlformats.org/officeDocument/2006/relationships/image" Target="../media/image4.png" /><Relationship Id="rId12" Type="http://schemas.openxmlformats.org/officeDocument/2006/relationships/image" Target="../media/image5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20" Type="http://schemas.openxmlformats.org/officeDocument/2006/relationships/image" Target="../media/image1.png" /><Relationship Id="rId22" Type="http://schemas.openxmlformats.org/officeDocument/2006/relationships/image" Target="../media/image2.svg" /><Relationship Id="rId50" Type="http://schemas.openxmlformats.org/officeDocument/2006/relationships/image" Target="../media/image18.png" /><Relationship Id="rId63" Type="http://schemas.openxmlformats.org/officeDocument/2006/relationships/image" Target="../media/image19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69" Type="http://schemas.openxmlformats.org/officeDocument/2006/relationships/image" Target="../media/image27.svg" /><Relationship Id="rId76" Type="http://schemas.openxmlformats.org/officeDocument/2006/relationships/image" Target="../media/image28.png" /><Relationship Id="rId78" Type="http://schemas.openxmlformats.org/officeDocument/2006/relationships/image" Target="../media/image29.svg" /><Relationship Id="rId79" Type="http://schemas.openxmlformats.org/officeDocument/2006/relationships/image" Target="../media/image30.png" /><Relationship Id="rId80" Type="http://schemas.openxmlformats.org/officeDocument/2006/relationships/image" Target="../media/image31.svg" /><Relationship Id="rId81" Type="http://schemas.openxmlformats.org/officeDocument/2006/relationships/image" Target="../media/image32.png" /><Relationship Id="rId82" Type="http://schemas.openxmlformats.org/officeDocument/2006/relationships/image" Target="../media/image33.svg" /><Relationship Id="rId83" Type="http://schemas.openxmlformats.org/officeDocument/2006/relationships/image" Target="../media/image34.png" /><Relationship Id="rId84" Type="http://schemas.openxmlformats.org/officeDocument/2006/relationships/image" Target="../media/image35.svg" /><Relationship Id="rId85" Type="http://schemas.openxmlformats.org/officeDocument/2006/relationships/image" Target="../media/image36.png" /><Relationship Id="rId86" Type="http://schemas.openxmlformats.org/officeDocument/2006/relationships/image" Target="../media/image37.svg" /><Relationship Id="rId87" Type="http://schemas.openxmlformats.org/officeDocument/2006/relationships/image" Target="../media/image38.png" /><Relationship Id="rId88" Type="http://schemas.openxmlformats.org/officeDocument/2006/relationships/image" Target="../media/image39.svg" /><Relationship Id="rId89" Type="http://schemas.openxmlformats.org/officeDocument/2006/relationships/image" Target="../media/image40.png" /><Relationship Id="rId90" Type="http://schemas.openxmlformats.org/officeDocument/2006/relationships/image" Target="../media/image41.svg" /><Relationship Id="rId91" Type="http://schemas.openxmlformats.org/officeDocument/2006/relationships/image" Target="../media/image42.png" /><Relationship Id="rId92" Type="http://schemas.openxmlformats.org/officeDocument/2006/relationships/image" Target="../media/image43.svg" /><Relationship Id="rId93" Type="http://schemas.openxmlformats.org/officeDocument/2006/relationships/image" Target="../media/image44.png" /><Relationship Id="rId94" Type="http://schemas.openxmlformats.org/officeDocument/2006/relationships/image" Target="../media/image45.svg" /><Relationship Id="rId95" Type="http://schemas.openxmlformats.org/officeDocument/2006/relationships/image" Target="../media/image46.png" /><Relationship Id="rId96" Type="http://schemas.openxmlformats.org/officeDocument/2006/relationships/image" Target="../media/image47.svg" /><Relationship Id="rId97" Type="http://schemas.openxmlformats.org/officeDocument/2006/relationships/image" Target="../media/image48.png" /><Relationship Id="rId98" Type="http://schemas.openxmlformats.org/officeDocument/2006/relationships/image" Target="../media/image49.svg" /><Relationship Id="rId99" Type="http://schemas.openxmlformats.org/officeDocument/2006/relationships/image" Target="../media/image52.png" /><Relationship Id="rId100" Type="http://schemas.openxmlformats.org/officeDocument/2006/relationships/image" Target="../media/image53.svg" /><Relationship Id="rId101" Type="http://schemas.openxmlformats.org/officeDocument/2006/relationships/image" Target="../media/image54.png" /><Relationship Id="rId102" Type="http://schemas.openxmlformats.org/officeDocument/2006/relationships/image" Target="../media/image55.svg" /><Relationship Id="rId103" Type="http://schemas.openxmlformats.org/officeDocument/2006/relationships/image" Target="../media/image56.png" /><Relationship Id="rId104" Type="http://schemas.openxmlformats.org/officeDocument/2006/relationships/image" Target="../media/image57.svg" /><Relationship Id="rId105" Type="http://schemas.openxmlformats.org/officeDocument/2006/relationships/image" Target="../media/image58.png" /><Relationship Id="rId106" Type="http://schemas.openxmlformats.org/officeDocument/2006/relationships/image" Target="../media/image59.svg" /><Relationship Id="rId107" Type="http://schemas.openxmlformats.org/officeDocument/2006/relationships/image" Target="../media/image60.png" /><Relationship Id="rId108" Type="http://schemas.openxmlformats.org/officeDocument/2006/relationships/image" Target="../media/image61.svg" /><Relationship Id="rId109" Type="http://schemas.openxmlformats.org/officeDocument/2006/relationships/image" Target="../media/image1.png" /><Relationship Id="rId110" Type="http://schemas.openxmlformats.org/officeDocument/2006/relationships/image" Target="../media/image62.svg" /><Relationship Id="rId111" Type="http://schemas.openxmlformats.org/officeDocument/2006/relationships/image" Target="../media/image70.png" /><Relationship Id="rId112" Type="http://schemas.openxmlformats.org/officeDocument/2006/relationships/image" Target="../media/image71.svg" /><Relationship Id="rId113" Type="http://schemas.openxmlformats.org/officeDocument/2006/relationships/image" Target="../media/image72.png" /><Relationship Id="rId114" Type="http://schemas.openxmlformats.org/officeDocument/2006/relationships/image" Target="../media/image73.svg" /><Relationship Id="rId115" Type="http://schemas.openxmlformats.org/officeDocument/2006/relationships/image" Target="../media/image74.png" /><Relationship Id="rId116" Type="http://schemas.openxmlformats.org/officeDocument/2006/relationships/image" Target="../media/image75.svg" /><Relationship Id="rId117" Type="http://schemas.openxmlformats.org/officeDocument/2006/relationships/image" Target="../media/image70.png" /><Relationship Id="rId118" Type="http://schemas.openxmlformats.org/officeDocument/2006/relationships/image" Target="../media/image71.svg" /></Relationships>
</file>

<file path=ppt/slides/_rels/slide15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4" Type="http://schemas.openxmlformats.org/officeDocument/2006/relationships/notesSlide" Target="../notesSlides/notesSlide26.xml" /><Relationship Id="rId6" Type="http://schemas.openxmlformats.org/officeDocument/2006/relationships/image" Target="../media/image4.png" /><Relationship Id="rId12" Type="http://schemas.openxmlformats.org/officeDocument/2006/relationships/image" Target="../media/image5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18" Type="http://schemas.openxmlformats.org/officeDocument/2006/relationships/image" Target="../media/image1.png" /><Relationship Id="rId20" Type="http://schemas.openxmlformats.org/officeDocument/2006/relationships/image" Target="../media/image2.svg" /><Relationship Id="rId50" Type="http://schemas.openxmlformats.org/officeDocument/2006/relationships/image" Target="../media/image22.png" /><Relationship Id="rId63" Type="http://schemas.openxmlformats.org/officeDocument/2006/relationships/image" Target="../media/image23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69" Type="http://schemas.openxmlformats.org/officeDocument/2006/relationships/image" Target="../media/image27.svg" /><Relationship Id="rId76" Type="http://schemas.openxmlformats.org/officeDocument/2006/relationships/image" Target="../media/image28.png" /><Relationship Id="rId78" Type="http://schemas.openxmlformats.org/officeDocument/2006/relationships/image" Target="../media/image29.svg" /><Relationship Id="rId79" Type="http://schemas.openxmlformats.org/officeDocument/2006/relationships/image" Target="../media/image30.png" /><Relationship Id="rId80" Type="http://schemas.openxmlformats.org/officeDocument/2006/relationships/image" Target="../media/image31.svg" /><Relationship Id="rId81" Type="http://schemas.openxmlformats.org/officeDocument/2006/relationships/image" Target="../media/image32.png" /><Relationship Id="rId82" Type="http://schemas.openxmlformats.org/officeDocument/2006/relationships/image" Target="../media/image33.svg" /><Relationship Id="rId83" Type="http://schemas.openxmlformats.org/officeDocument/2006/relationships/image" Target="../media/image34.png" /><Relationship Id="rId84" Type="http://schemas.openxmlformats.org/officeDocument/2006/relationships/image" Target="../media/image35.svg" /><Relationship Id="rId85" Type="http://schemas.openxmlformats.org/officeDocument/2006/relationships/image" Target="../media/image36.png" /><Relationship Id="rId86" Type="http://schemas.openxmlformats.org/officeDocument/2006/relationships/image" Target="../media/image37.svg" /><Relationship Id="rId87" Type="http://schemas.openxmlformats.org/officeDocument/2006/relationships/image" Target="../media/image38.png" /><Relationship Id="rId88" Type="http://schemas.openxmlformats.org/officeDocument/2006/relationships/image" Target="../media/image39.svg" /><Relationship Id="rId89" Type="http://schemas.openxmlformats.org/officeDocument/2006/relationships/image" Target="../media/image40.png" /><Relationship Id="rId90" Type="http://schemas.openxmlformats.org/officeDocument/2006/relationships/image" Target="../media/image41.svg" /><Relationship Id="rId91" Type="http://schemas.openxmlformats.org/officeDocument/2006/relationships/image" Target="../media/image42.png" /><Relationship Id="rId92" Type="http://schemas.openxmlformats.org/officeDocument/2006/relationships/image" Target="../media/image43.svg" /><Relationship Id="rId93" Type="http://schemas.openxmlformats.org/officeDocument/2006/relationships/image" Target="../media/image44.png" /><Relationship Id="rId94" Type="http://schemas.openxmlformats.org/officeDocument/2006/relationships/image" Target="../media/image45.svg" /><Relationship Id="rId95" Type="http://schemas.openxmlformats.org/officeDocument/2006/relationships/image" Target="../media/image46.png" /><Relationship Id="rId96" Type="http://schemas.openxmlformats.org/officeDocument/2006/relationships/image" Target="../media/image47.svg" /><Relationship Id="rId97" Type="http://schemas.openxmlformats.org/officeDocument/2006/relationships/image" Target="../media/image48.png" /><Relationship Id="rId98" Type="http://schemas.openxmlformats.org/officeDocument/2006/relationships/image" Target="../media/image49.svg" /><Relationship Id="rId99" Type="http://schemas.openxmlformats.org/officeDocument/2006/relationships/image" Target="../media/image52.png" /><Relationship Id="rId100" Type="http://schemas.openxmlformats.org/officeDocument/2006/relationships/image" Target="../media/image53.svg" /><Relationship Id="rId101" Type="http://schemas.openxmlformats.org/officeDocument/2006/relationships/image" Target="../media/image54.png" /><Relationship Id="rId102" Type="http://schemas.openxmlformats.org/officeDocument/2006/relationships/image" Target="../media/image55.svg" /><Relationship Id="rId103" Type="http://schemas.openxmlformats.org/officeDocument/2006/relationships/image" Target="../media/image56.png" /><Relationship Id="rId104" Type="http://schemas.openxmlformats.org/officeDocument/2006/relationships/image" Target="../media/image57.svg" /><Relationship Id="rId105" Type="http://schemas.openxmlformats.org/officeDocument/2006/relationships/image" Target="../media/image58.png" /><Relationship Id="rId106" Type="http://schemas.openxmlformats.org/officeDocument/2006/relationships/image" Target="../media/image59.svg" /><Relationship Id="rId107" Type="http://schemas.openxmlformats.org/officeDocument/2006/relationships/image" Target="../media/image60.png" /><Relationship Id="rId108" Type="http://schemas.openxmlformats.org/officeDocument/2006/relationships/image" Target="../media/image61.svg" /><Relationship Id="rId109" Type="http://schemas.openxmlformats.org/officeDocument/2006/relationships/image" Target="../media/image1.png" /><Relationship Id="rId110" Type="http://schemas.openxmlformats.org/officeDocument/2006/relationships/image" Target="../media/image62.svg" /><Relationship Id="rId111" Type="http://schemas.openxmlformats.org/officeDocument/2006/relationships/image" Target="../media/image70.png" /><Relationship Id="rId112" Type="http://schemas.openxmlformats.org/officeDocument/2006/relationships/image" Target="../media/image71.svg" /><Relationship Id="rId113" Type="http://schemas.openxmlformats.org/officeDocument/2006/relationships/image" Target="../media/image72.png" /><Relationship Id="rId114" Type="http://schemas.openxmlformats.org/officeDocument/2006/relationships/image" Target="../media/image73.svg" /><Relationship Id="rId115" Type="http://schemas.openxmlformats.org/officeDocument/2006/relationships/image" Target="../media/image74.png" /><Relationship Id="rId116" Type="http://schemas.openxmlformats.org/officeDocument/2006/relationships/image" Target="../media/image75.svg" /><Relationship Id="rId117" Type="http://schemas.openxmlformats.org/officeDocument/2006/relationships/image" Target="../media/image70.png" /><Relationship Id="rId118" Type="http://schemas.openxmlformats.org/officeDocument/2006/relationships/image" Target="../media/image71.svg" /></Relationships>
</file>

<file path=ppt/slides/_rels/slide16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2" Type="http://schemas.openxmlformats.org/officeDocument/2006/relationships/notesSlide" Target="../notesSlides/notesSlide28.xml" /><Relationship Id="rId6" Type="http://schemas.openxmlformats.org/officeDocument/2006/relationships/image" Target="../media/image6.png" /><Relationship Id="rId12" Type="http://schemas.openxmlformats.org/officeDocument/2006/relationships/image" Target="../media/image7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18" Type="http://schemas.openxmlformats.org/officeDocument/2006/relationships/image" Target="../media/image1.png" /><Relationship Id="rId20" Type="http://schemas.openxmlformats.org/officeDocument/2006/relationships/image" Target="../media/image2.svg" /><Relationship Id="rId50" Type="http://schemas.openxmlformats.org/officeDocument/2006/relationships/image" Target="../media/image22.png" /><Relationship Id="rId65" Type="http://schemas.openxmlformats.org/officeDocument/2006/relationships/image" Target="../media/image23.svg" /><Relationship Id="rId67" Type="http://schemas.openxmlformats.org/officeDocument/2006/relationships/image" Target="../media/image24.png" /><Relationship Id="rId68" Type="http://schemas.openxmlformats.org/officeDocument/2006/relationships/image" Target="../media/image25.svg" /><Relationship Id="rId69" Type="http://schemas.openxmlformats.org/officeDocument/2006/relationships/image" Target="../media/image26.png" /><Relationship Id="rId76" Type="http://schemas.openxmlformats.org/officeDocument/2006/relationships/image" Target="../media/image27.svg" /><Relationship Id="rId78" Type="http://schemas.openxmlformats.org/officeDocument/2006/relationships/image" Target="../media/image28.png" /><Relationship Id="rId79" Type="http://schemas.openxmlformats.org/officeDocument/2006/relationships/image" Target="../media/image29.svg" /><Relationship Id="rId80" Type="http://schemas.openxmlformats.org/officeDocument/2006/relationships/image" Target="../media/image30.png" /><Relationship Id="rId81" Type="http://schemas.openxmlformats.org/officeDocument/2006/relationships/image" Target="../media/image31.svg" /><Relationship Id="rId82" Type="http://schemas.openxmlformats.org/officeDocument/2006/relationships/image" Target="../media/image32.png" /><Relationship Id="rId83" Type="http://schemas.openxmlformats.org/officeDocument/2006/relationships/image" Target="../media/image33.svg" /><Relationship Id="rId84" Type="http://schemas.openxmlformats.org/officeDocument/2006/relationships/image" Target="../media/image34.png" /><Relationship Id="rId85" Type="http://schemas.openxmlformats.org/officeDocument/2006/relationships/image" Target="../media/image35.svg" /><Relationship Id="rId86" Type="http://schemas.openxmlformats.org/officeDocument/2006/relationships/image" Target="../media/image36.png" /><Relationship Id="rId87" Type="http://schemas.openxmlformats.org/officeDocument/2006/relationships/image" Target="../media/image37.svg" /><Relationship Id="rId88" Type="http://schemas.openxmlformats.org/officeDocument/2006/relationships/image" Target="../media/image38.png" /><Relationship Id="rId89" Type="http://schemas.openxmlformats.org/officeDocument/2006/relationships/image" Target="../media/image39.svg" /><Relationship Id="rId90" Type="http://schemas.openxmlformats.org/officeDocument/2006/relationships/image" Target="../media/image40.png" /><Relationship Id="rId91" Type="http://schemas.openxmlformats.org/officeDocument/2006/relationships/image" Target="../media/image41.svg" /><Relationship Id="rId92" Type="http://schemas.openxmlformats.org/officeDocument/2006/relationships/image" Target="../media/image42.png" /><Relationship Id="rId93" Type="http://schemas.openxmlformats.org/officeDocument/2006/relationships/image" Target="../media/image43.svg" /><Relationship Id="rId94" Type="http://schemas.openxmlformats.org/officeDocument/2006/relationships/image" Target="../media/image44.png" /><Relationship Id="rId95" Type="http://schemas.openxmlformats.org/officeDocument/2006/relationships/image" Target="../media/image45.svg" /><Relationship Id="rId96" Type="http://schemas.openxmlformats.org/officeDocument/2006/relationships/image" Target="../media/image46.png" /><Relationship Id="rId97" Type="http://schemas.openxmlformats.org/officeDocument/2006/relationships/image" Target="../media/image47.svg" /><Relationship Id="rId98" Type="http://schemas.openxmlformats.org/officeDocument/2006/relationships/image" Target="../media/image48.png" /><Relationship Id="rId99" Type="http://schemas.openxmlformats.org/officeDocument/2006/relationships/image" Target="../media/image49.svg" /><Relationship Id="rId100" Type="http://schemas.openxmlformats.org/officeDocument/2006/relationships/image" Target="../media/image52.png" /><Relationship Id="rId101" Type="http://schemas.openxmlformats.org/officeDocument/2006/relationships/image" Target="../media/image53.svg" /><Relationship Id="rId102" Type="http://schemas.openxmlformats.org/officeDocument/2006/relationships/image" Target="../media/image54.png" /><Relationship Id="rId103" Type="http://schemas.openxmlformats.org/officeDocument/2006/relationships/image" Target="../media/image55.svg" /><Relationship Id="rId104" Type="http://schemas.openxmlformats.org/officeDocument/2006/relationships/image" Target="../media/image56.png" /><Relationship Id="rId105" Type="http://schemas.openxmlformats.org/officeDocument/2006/relationships/image" Target="../media/image57.svg" /><Relationship Id="rId106" Type="http://schemas.openxmlformats.org/officeDocument/2006/relationships/image" Target="../media/image58.png" /><Relationship Id="rId107" Type="http://schemas.openxmlformats.org/officeDocument/2006/relationships/image" Target="../media/image59.svg" /><Relationship Id="rId108" Type="http://schemas.openxmlformats.org/officeDocument/2006/relationships/image" Target="../media/image60.png" /><Relationship Id="rId109" Type="http://schemas.openxmlformats.org/officeDocument/2006/relationships/image" Target="../media/image61.svg" /><Relationship Id="rId110" Type="http://schemas.openxmlformats.org/officeDocument/2006/relationships/image" Target="../media/image1.png" /><Relationship Id="rId111" Type="http://schemas.openxmlformats.org/officeDocument/2006/relationships/image" Target="../media/image62.svg" /><Relationship Id="rId112" Type="http://schemas.openxmlformats.org/officeDocument/2006/relationships/image" Target="../media/image63.png" /><Relationship Id="rId113" Type="http://schemas.openxmlformats.org/officeDocument/2006/relationships/image" Target="../media/image64.svg" /><Relationship Id="rId114" Type="http://schemas.openxmlformats.org/officeDocument/2006/relationships/image" Target="../media/image70.png" /><Relationship Id="rId115" Type="http://schemas.openxmlformats.org/officeDocument/2006/relationships/image" Target="../media/image71.svg" /><Relationship Id="rId116" Type="http://schemas.openxmlformats.org/officeDocument/2006/relationships/image" Target="../media/image72.png" /><Relationship Id="rId117" Type="http://schemas.openxmlformats.org/officeDocument/2006/relationships/image" Target="../media/image73.svg" /><Relationship Id="rId118" Type="http://schemas.openxmlformats.org/officeDocument/2006/relationships/image" Target="../media/image74.png" /><Relationship Id="rId119" Type="http://schemas.openxmlformats.org/officeDocument/2006/relationships/image" Target="../media/image75.svg" /><Relationship Id="rId120" Type="http://schemas.openxmlformats.org/officeDocument/2006/relationships/image" Target="../media/image70.png" /><Relationship Id="rId121" Type="http://schemas.openxmlformats.org/officeDocument/2006/relationships/image" Target="../media/image71.svg" /></Relationships>
</file>

<file path=ppt/slides/_rels/slide17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2" Type="http://schemas.openxmlformats.org/officeDocument/2006/relationships/notesSlide" Target="../notesSlides/notesSlide30.xml" /><Relationship Id="rId6" Type="http://schemas.openxmlformats.org/officeDocument/2006/relationships/image" Target="../media/image6.png" /><Relationship Id="rId12" Type="http://schemas.openxmlformats.org/officeDocument/2006/relationships/image" Target="../media/image7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18" Type="http://schemas.openxmlformats.org/officeDocument/2006/relationships/image" Target="../media/image1.png" /><Relationship Id="rId20" Type="http://schemas.openxmlformats.org/officeDocument/2006/relationships/image" Target="../media/image2.svg" /><Relationship Id="rId50" Type="http://schemas.openxmlformats.org/officeDocument/2006/relationships/image" Target="../media/image22.png" /><Relationship Id="rId63" Type="http://schemas.openxmlformats.org/officeDocument/2006/relationships/image" Target="../media/image23.svg" /><Relationship Id="rId67" Type="http://schemas.openxmlformats.org/officeDocument/2006/relationships/image" Target="../media/image24.png" /><Relationship Id="rId68" Type="http://schemas.openxmlformats.org/officeDocument/2006/relationships/image" Target="../media/image25.svg" /><Relationship Id="rId69" Type="http://schemas.openxmlformats.org/officeDocument/2006/relationships/image" Target="../media/image26.png" /><Relationship Id="rId76" Type="http://schemas.openxmlformats.org/officeDocument/2006/relationships/image" Target="../media/image27.svg" /><Relationship Id="rId78" Type="http://schemas.openxmlformats.org/officeDocument/2006/relationships/image" Target="../media/image28.png" /><Relationship Id="rId79" Type="http://schemas.openxmlformats.org/officeDocument/2006/relationships/image" Target="../media/image29.svg" /><Relationship Id="rId80" Type="http://schemas.openxmlformats.org/officeDocument/2006/relationships/image" Target="../media/image30.png" /><Relationship Id="rId81" Type="http://schemas.openxmlformats.org/officeDocument/2006/relationships/image" Target="../media/image31.svg" /><Relationship Id="rId82" Type="http://schemas.openxmlformats.org/officeDocument/2006/relationships/image" Target="../media/image32.png" /><Relationship Id="rId83" Type="http://schemas.openxmlformats.org/officeDocument/2006/relationships/image" Target="../media/image33.svg" /><Relationship Id="rId84" Type="http://schemas.openxmlformats.org/officeDocument/2006/relationships/image" Target="../media/image34.png" /><Relationship Id="rId85" Type="http://schemas.openxmlformats.org/officeDocument/2006/relationships/image" Target="../media/image35.svg" /><Relationship Id="rId86" Type="http://schemas.openxmlformats.org/officeDocument/2006/relationships/image" Target="../media/image36.png" /><Relationship Id="rId87" Type="http://schemas.openxmlformats.org/officeDocument/2006/relationships/image" Target="../media/image37.svg" /><Relationship Id="rId88" Type="http://schemas.openxmlformats.org/officeDocument/2006/relationships/image" Target="../media/image38.png" /><Relationship Id="rId89" Type="http://schemas.openxmlformats.org/officeDocument/2006/relationships/image" Target="../media/image39.svg" /><Relationship Id="rId90" Type="http://schemas.openxmlformats.org/officeDocument/2006/relationships/image" Target="../media/image40.png" /><Relationship Id="rId91" Type="http://schemas.openxmlformats.org/officeDocument/2006/relationships/image" Target="../media/image41.svg" /><Relationship Id="rId92" Type="http://schemas.openxmlformats.org/officeDocument/2006/relationships/image" Target="../media/image42.png" /><Relationship Id="rId93" Type="http://schemas.openxmlformats.org/officeDocument/2006/relationships/image" Target="../media/image43.svg" /><Relationship Id="rId94" Type="http://schemas.openxmlformats.org/officeDocument/2006/relationships/image" Target="../media/image44.png" /><Relationship Id="rId95" Type="http://schemas.openxmlformats.org/officeDocument/2006/relationships/image" Target="../media/image45.svg" /><Relationship Id="rId96" Type="http://schemas.openxmlformats.org/officeDocument/2006/relationships/image" Target="../media/image46.png" /><Relationship Id="rId97" Type="http://schemas.openxmlformats.org/officeDocument/2006/relationships/image" Target="../media/image47.svg" /><Relationship Id="rId98" Type="http://schemas.openxmlformats.org/officeDocument/2006/relationships/image" Target="../media/image48.png" /><Relationship Id="rId99" Type="http://schemas.openxmlformats.org/officeDocument/2006/relationships/image" Target="../media/image49.svg" /><Relationship Id="rId100" Type="http://schemas.openxmlformats.org/officeDocument/2006/relationships/image" Target="../media/image52.png" /><Relationship Id="rId101" Type="http://schemas.openxmlformats.org/officeDocument/2006/relationships/image" Target="../media/image53.svg" /><Relationship Id="rId102" Type="http://schemas.openxmlformats.org/officeDocument/2006/relationships/image" Target="../media/image54.png" /><Relationship Id="rId103" Type="http://schemas.openxmlformats.org/officeDocument/2006/relationships/image" Target="../media/image55.svg" /><Relationship Id="rId104" Type="http://schemas.openxmlformats.org/officeDocument/2006/relationships/image" Target="../media/image56.png" /><Relationship Id="rId105" Type="http://schemas.openxmlformats.org/officeDocument/2006/relationships/image" Target="../media/image57.svg" /><Relationship Id="rId106" Type="http://schemas.openxmlformats.org/officeDocument/2006/relationships/image" Target="../media/image58.png" /><Relationship Id="rId107" Type="http://schemas.openxmlformats.org/officeDocument/2006/relationships/image" Target="../media/image59.svg" /><Relationship Id="rId108" Type="http://schemas.openxmlformats.org/officeDocument/2006/relationships/image" Target="../media/image60.png" /><Relationship Id="rId109" Type="http://schemas.openxmlformats.org/officeDocument/2006/relationships/image" Target="../media/image61.svg" /><Relationship Id="rId110" Type="http://schemas.openxmlformats.org/officeDocument/2006/relationships/image" Target="../media/image1.png" /><Relationship Id="rId111" Type="http://schemas.openxmlformats.org/officeDocument/2006/relationships/image" Target="../media/image62.svg" /><Relationship Id="rId112" Type="http://schemas.openxmlformats.org/officeDocument/2006/relationships/image" Target="../media/image65.png" /><Relationship Id="rId113" Type="http://schemas.openxmlformats.org/officeDocument/2006/relationships/image" Target="../media/image66.svg" /><Relationship Id="rId114" Type="http://schemas.openxmlformats.org/officeDocument/2006/relationships/image" Target="../media/image70.png" /><Relationship Id="rId115" Type="http://schemas.openxmlformats.org/officeDocument/2006/relationships/image" Target="../media/image71.svg" /><Relationship Id="rId116" Type="http://schemas.openxmlformats.org/officeDocument/2006/relationships/image" Target="../media/image72.png" /><Relationship Id="rId117" Type="http://schemas.openxmlformats.org/officeDocument/2006/relationships/image" Target="../media/image73.svg" /><Relationship Id="rId118" Type="http://schemas.openxmlformats.org/officeDocument/2006/relationships/image" Target="../media/image74.png" /><Relationship Id="rId119" Type="http://schemas.openxmlformats.org/officeDocument/2006/relationships/image" Target="../media/image75.svg" /><Relationship Id="rId120" Type="http://schemas.openxmlformats.org/officeDocument/2006/relationships/image" Target="../media/image70.png" /><Relationship Id="rId121" Type="http://schemas.openxmlformats.org/officeDocument/2006/relationships/image" Target="../media/image71.svg" /></Relationships>
</file>

<file path=ppt/slides/_rels/slide18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4" Type="http://schemas.openxmlformats.org/officeDocument/2006/relationships/notesSlide" Target="../notesSlides/notesSlide32.xml" /><Relationship Id="rId6" Type="http://schemas.openxmlformats.org/officeDocument/2006/relationships/image" Target="../media/image4.png" /><Relationship Id="rId12" Type="http://schemas.openxmlformats.org/officeDocument/2006/relationships/image" Target="../media/image5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18" Type="http://schemas.openxmlformats.org/officeDocument/2006/relationships/image" Target="../media/image1.png" /><Relationship Id="rId20" Type="http://schemas.openxmlformats.org/officeDocument/2006/relationships/image" Target="../media/image2.svg" /><Relationship Id="rId50" Type="http://schemas.openxmlformats.org/officeDocument/2006/relationships/image" Target="../media/image22.png" /><Relationship Id="rId63" Type="http://schemas.openxmlformats.org/officeDocument/2006/relationships/image" Target="../media/image23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69" Type="http://schemas.openxmlformats.org/officeDocument/2006/relationships/image" Target="../media/image27.svg" /><Relationship Id="rId76" Type="http://schemas.openxmlformats.org/officeDocument/2006/relationships/image" Target="../media/image28.png" /><Relationship Id="rId78" Type="http://schemas.openxmlformats.org/officeDocument/2006/relationships/image" Target="../media/image29.svg" /><Relationship Id="rId79" Type="http://schemas.openxmlformats.org/officeDocument/2006/relationships/image" Target="../media/image30.png" /><Relationship Id="rId80" Type="http://schemas.openxmlformats.org/officeDocument/2006/relationships/image" Target="../media/image31.svg" /><Relationship Id="rId81" Type="http://schemas.openxmlformats.org/officeDocument/2006/relationships/image" Target="../media/image32.png" /><Relationship Id="rId82" Type="http://schemas.openxmlformats.org/officeDocument/2006/relationships/image" Target="../media/image33.svg" /><Relationship Id="rId83" Type="http://schemas.openxmlformats.org/officeDocument/2006/relationships/image" Target="../media/image34.png" /><Relationship Id="rId84" Type="http://schemas.openxmlformats.org/officeDocument/2006/relationships/image" Target="../media/image35.svg" /><Relationship Id="rId85" Type="http://schemas.openxmlformats.org/officeDocument/2006/relationships/image" Target="../media/image36.png" /><Relationship Id="rId86" Type="http://schemas.openxmlformats.org/officeDocument/2006/relationships/image" Target="../media/image37.svg" /><Relationship Id="rId87" Type="http://schemas.openxmlformats.org/officeDocument/2006/relationships/image" Target="../media/image38.png" /><Relationship Id="rId88" Type="http://schemas.openxmlformats.org/officeDocument/2006/relationships/image" Target="../media/image39.svg" /><Relationship Id="rId89" Type="http://schemas.openxmlformats.org/officeDocument/2006/relationships/image" Target="../media/image40.png" /><Relationship Id="rId90" Type="http://schemas.openxmlformats.org/officeDocument/2006/relationships/image" Target="../media/image41.svg" /><Relationship Id="rId91" Type="http://schemas.openxmlformats.org/officeDocument/2006/relationships/image" Target="../media/image42.png" /><Relationship Id="rId92" Type="http://schemas.openxmlformats.org/officeDocument/2006/relationships/image" Target="../media/image43.svg" /><Relationship Id="rId93" Type="http://schemas.openxmlformats.org/officeDocument/2006/relationships/image" Target="../media/image44.png" /><Relationship Id="rId94" Type="http://schemas.openxmlformats.org/officeDocument/2006/relationships/image" Target="../media/image45.svg" /><Relationship Id="rId95" Type="http://schemas.openxmlformats.org/officeDocument/2006/relationships/image" Target="../media/image46.png" /><Relationship Id="rId96" Type="http://schemas.openxmlformats.org/officeDocument/2006/relationships/image" Target="../media/image47.svg" /><Relationship Id="rId97" Type="http://schemas.openxmlformats.org/officeDocument/2006/relationships/image" Target="../media/image48.png" /><Relationship Id="rId98" Type="http://schemas.openxmlformats.org/officeDocument/2006/relationships/image" Target="../media/image49.svg" /><Relationship Id="rId99" Type="http://schemas.openxmlformats.org/officeDocument/2006/relationships/image" Target="../media/image52.png" /><Relationship Id="rId100" Type="http://schemas.openxmlformats.org/officeDocument/2006/relationships/image" Target="../media/image53.svg" /><Relationship Id="rId101" Type="http://schemas.openxmlformats.org/officeDocument/2006/relationships/image" Target="../media/image54.png" /><Relationship Id="rId102" Type="http://schemas.openxmlformats.org/officeDocument/2006/relationships/image" Target="../media/image55.svg" /><Relationship Id="rId103" Type="http://schemas.openxmlformats.org/officeDocument/2006/relationships/image" Target="../media/image56.png" /><Relationship Id="rId104" Type="http://schemas.openxmlformats.org/officeDocument/2006/relationships/image" Target="../media/image57.svg" /><Relationship Id="rId105" Type="http://schemas.openxmlformats.org/officeDocument/2006/relationships/image" Target="../media/image58.png" /><Relationship Id="rId106" Type="http://schemas.openxmlformats.org/officeDocument/2006/relationships/image" Target="../media/image59.svg" /><Relationship Id="rId107" Type="http://schemas.openxmlformats.org/officeDocument/2006/relationships/image" Target="../media/image60.png" /><Relationship Id="rId108" Type="http://schemas.openxmlformats.org/officeDocument/2006/relationships/image" Target="../media/image61.svg" /><Relationship Id="rId109" Type="http://schemas.openxmlformats.org/officeDocument/2006/relationships/image" Target="../media/image1.png" /><Relationship Id="rId110" Type="http://schemas.openxmlformats.org/officeDocument/2006/relationships/image" Target="../media/image62.svg" /><Relationship Id="rId111" Type="http://schemas.openxmlformats.org/officeDocument/2006/relationships/image" Target="../media/image70.png" /><Relationship Id="rId112" Type="http://schemas.openxmlformats.org/officeDocument/2006/relationships/image" Target="../media/image71.svg" /><Relationship Id="rId113" Type="http://schemas.openxmlformats.org/officeDocument/2006/relationships/image" Target="../media/image72.png" /><Relationship Id="rId114" Type="http://schemas.openxmlformats.org/officeDocument/2006/relationships/image" Target="../media/image73.svg" /><Relationship Id="rId115" Type="http://schemas.openxmlformats.org/officeDocument/2006/relationships/image" Target="../media/image74.png" /><Relationship Id="rId116" Type="http://schemas.openxmlformats.org/officeDocument/2006/relationships/image" Target="../media/image75.svg" /><Relationship Id="rId117" Type="http://schemas.openxmlformats.org/officeDocument/2006/relationships/image" Target="../media/image70.png" /><Relationship Id="rId118" Type="http://schemas.openxmlformats.org/officeDocument/2006/relationships/image" Target="../media/image71.svg" /></Relationships>
</file>

<file path=ppt/slides/_rels/slide19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2" Type="http://schemas.openxmlformats.org/officeDocument/2006/relationships/notesSlide" Target="../notesSlides/notesSlide34.xml" /><Relationship Id="rId6" Type="http://schemas.openxmlformats.org/officeDocument/2006/relationships/image" Target="../media/image6.png" /><Relationship Id="rId12" Type="http://schemas.openxmlformats.org/officeDocument/2006/relationships/image" Target="../media/image7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18" Type="http://schemas.openxmlformats.org/officeDocument/2006/relationships/image" Target="../media/image1.png" /><Relationship Id="rId20" Type="http://schemas.openxmlformats.org/officeDocument/2006/relationships/image" Target="../media/image2.svg" /><Relationship Id="rId50" Type="http://schemas.openxmlformats.org/officeDocument/2006/relationships/image" Target="../media/image22.png" /><Relationship Id="rId65" Type="http://schemas.openxmlformats.org/officeDocument/2006/relationships/image" Target="../media/image23.svg" /><Relationship Id="rId67" Type="http://schemas.openxmlformats.org/officeDocument/2006/relationships/image" Target="../media/image24.png" /><Relationship Id="rId68" Type="http://schemas.openxmlformats.org/officeDocument/2006/relationships/image" Target="../media/image25.svg" /><Relationship Id="rId69" Type="http://schemas.openxmlformats.org/officeDocument/2006/relationships/image" Target="../media/image26.png" /><Relationship Id="rId76" Type="http://schemas.openxmlformats.org/officeDocument/2006/relationships/image" Target="../media/image27.svg" /><Relationship Id="rId78" Type="http://schemas.openxmlformats.org/officeDocument/2006/relationships/image" Target="../media/image28.png" /><Relationship Id="rId79" Type="http://schemas.openxmlformats.org/officeDocument/2006/relationships/image" Target="../media/image29.svg" /><Relationship Id="rId80" Type="http://schemas.openxmlformats.org/officeDocument/2006/relationships/image" Target="../media/image30.png" /><Relationship Id="rId81" Type="http://schemas.openxmlformats.org/officeDocument/2006/relationships/image" Target="../media/image31.svg" /><Relationship Id="rId82" Type="http://schemas.openxmlformats.org/officeDocument/2006/relationships/image" Target="../media/image32.png" /><Relationship Id="rId83" Type="http://schemas.openxmlformats.org/officeDocument/2006/relationships/image" Target="../media/image33.svg" /><Relationship Id="rId84" Type="http://schemas.openxmlformats.org/officeDocument/2006/relationships/image" Target="../media/image34.png" /><Relationship Id="rId85" Type="http://schemas.openxmlformats.org/officeDocument/2006/relationships/image" Target="../media/image35.svg" /><Relationship Id="rId86" Type="http://schemas.openxmlformats.org/officeDocument/2006/relationships/image" Target="../media/image36.png" /><Relationship Id="rId87" Type="http://schemas.openxmlformats.org/officeDocument/2006/relationships/image" Target="../media/image37.svg" /><Relationship Id="rId88" Type="http://schemas.openxmlformats.org/officeDocument/2006/relationships/image" Target="../media/image38.png" /><Relationship Id="rId89" Type="http://schemas.openxmlformats.org/officeDocument/2006/relationships/image" Target="../media/image39.svg" /><Relationship Id="rId90" Type="http://schemas.openxmlformats.org/officeDocument/2006/relationships/image" Target="../media/image40.png" /><Relationship Id="rId91" Type="http://schemas.openxmlformats.org/officeDocument/2006/relationships/image" Target="../media/image41.svg" /><Relationship Id="rId92" Type="http://schemas.openxmlformats.org/officeDocument/2006/relationships/image" Target="../media/image42.png" /><Relationship Id="rId93" Type="http://schemas.openxmlformats.org/officeDocument/2006/relationships/image" Target="../media/image43.svg" /><Relationship Id="rId94" Type="http://schemas.openxmlformats.org/officeDocument/2006/relationships/image" Target="../media/image44.png" /><Relationship Id="rId95" Type="http://schemas.openxmlformats.org/officeDocument/2006/relationships/image" Target="../media/image45.svg" /><Relationship Id="rId96" Type="http://schemas.openxmlformats.org/officeDocument/2006/relationships/image" Target="../media/image46.png" /><Relationship Id="rId97" Type="http://schemas.openxmlformats.org/officeDocument/2006/relationships/image" Target="../media/image47.svg" /><Relationship Id="rId98" Type="http://schemas.openxmlformats.org/officeDocument/2006/relationships/image" Target="../media/image48.png" /><Relationship Id="rId99" Type="http://schemas.openxmlformats.org/officeDocument/2006/relationships/image" Target="../media/image49.svg" /><Relationship Id="rId100" Type="http://schemas.openxmlformats.org/officeDocument/2006/relationships/image" Target="../media/image52.png" /><Relationship Id="rId101" Type="http://schemas.openxmlformats.org/officeDocument/2006/relationships/image" Target="../media/image53.svg" /><Relationship Id="rId102" Type="http://schemas.openxmlformats.org/officeDocument/2006/relationships/image" Target="../media/image54.png" /><Relationship Id="rId103" Type="http://schemas.openxmlformats.org/officeDocument/2006/relationships/image" Target="../media/image55.svg" /><Relationship Id="rId104" Type="http://schemas.openxmlformats.org/officeDocument/2006/relationships/image" Target="../media/image56.png" /><Relationship Id="rId105" Type="http://schemas.openxmlformats.org/officeDocument/2006/relationships/image" Target="../media/image57.svg" /><Relationship Id="rId106" Type="http://schemas.openxmlformats.org/officeDocument/2006/relationships/image" Target="../media/image58.png" /><Relationship Id="rId107" Type="http://schemas.openxmlformats.org/officeDocument/2006/relationships/image" Target="../media/image59.svg" /><Relationship Id="rId108" Type="http://schemas.openxmlformats.org/officeDocument/2006/relationships/image" Target="../media/image60.png" /><Relationship Id="rId109" Type="http://schemas.openxmlformats.org/officeDocument/2006/relationships/image" Target="../media/image61.svg" /><Relationship Id="rId110" Type="http://schemas.openxmlformats.org/officeDocument/2006/relationships/image" Target="../media/image1.png" /><Relationship Id="rId111" Type="http://schemas.openxmlformats.org/officeDocument/2006/relationships/image" Target="../media/image62.svg" /><Relationship Id="rId112" Type="http://schemas.openxmlformats.org/officeDocument/2006/relationships/image" Target="../media/image63.png" /><Relationship Id="rId113" Type="http://schemas.openxmlformats.org/officeDocument/2006/relationships/image" Target="../media/image64.svg" /><Relationship Id="rId114" Type="http://schemas.openxmlformats.org/officeDocument/2006/relationships/image" Target="../media/image70.png" /><Relationship Id="rId115" Type="http://schemas.openxmlformats.org/officeDocument/2006/relationships/image" Target="../media/image71.svg" /><Relationship Id="rId116" Type="http://schemas.openxmlformats.org/officeDocument/2006/relationships/image" Target="../media/image72.png" /><Relationship Id="rId117" Type="http://schemas.openxmlformats.org/officeDocument/2006/relationships/image" Target="../media/image73.svg" /><Relationship Id="rId118" Type="http://schemas.openxmlformats.org/officeDocument/2006/relationships/image" Target="../media/image74.png" /><Relationship Id="rId119" Type="http://schemas.openxmlformats.org/officeDocument/2006/relationships/image" Target="../media/image75.svg" /><Relationship Id="rId120" Type="http://schemas.openxmlformats.org/officeDocument/2006/relationships/image" Target="../media/image70.png" /><Relationship Id="rId121" Type="http://schemas.openxmlformats.org/officeDocument/2006/relationships/image" Target="../media/image71.svg" /></Relationships>
</file>

<file path=ppt/slides/_rels/slide20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2" Type="http://schemas.openxmlformats.org/officeDocument/2006/relationships/notesSlide" Target="../notesSlides/notesSlide36.xml" /><Relationship Id="rId6" Type="http://schemas.openxmlformats.org/officeDocument/2006/relationships/image" Target="../media/image6.png" /><Relationship Id="rId12" Type="http://schemas.openxmlformats.org/officeDocument/2006/relationships/image" Target="../media/image7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18" Type="http://schemas.openxmlformats.org/officeDocument/2006/relationships/image" Target="../media/image1.png" /><Relationship Id="rId20" Type="http://schemas.openxmlformats.org/officeDocument/2006/relationships/image" Target="../media/image2.svg" /><Relationship Id="rId50" Type="http://schemas.openxmlformats.org/officeDocument/2006/relationships/image" Target="../media/image22.png" /><Relationship Id="rId63" Type="http://schemas.openxmlformats.org/officeDocument/2006/relationships/image" Target="../media/image23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69" Type="http://schemas.openxmlformats.org/officeDocument/2006/relationships/image" Target="../media/image27.svg" /><Relationship Id="rId76" Type="http://schemas.openxmlformats.org/officeDocument/2006/relationships/image" Target="../media/image28.png" /><Relationship Id="rId78" Type="http://schemas.openxmlformats.org/officeDocument/2006/relationships/image" Target="../media/image29.svg" /><Relationship Id="rId79" Type="http://schemas.openxmlformats.org/officeDocument/2006/relationships/image" Target="../media/image30.png" /><Relationship Id="rId80" Type="http://schemas.openxmlformats.org/officeDocument/2006/relationships/image" Target="../media/image31.svg" /><Relationship Id="rId81" Type="http://schemas.openxmlformats.org/officeDocument/2006/relationships/image" Target="../media/image32.png" /><Relationship Id="rId82" Type="http://schemas.openxmlformats.org/officeDocument/2006/relationships/image" Target="../media/image33.svg" /><Relationship Id="rId83" Type="http://schemas.openxmlformats.org/officeDocument/2006/relationships/image" Target="../media/image34.png" /><Relationship Id="rId84" Type="http://schemas.openxmlformats.org/officeDocument/2006/relationships/image" Target="../media/image35.svg" /><Relationship Id="rId85" Type="http://schemas.openxmlformats.org/officeDocument/2006/relationships/image" Target="../media/image36.png" /><Relationship Id="rId86" Type="http://schemas.openxmlformats.org/officeDocument/2006/relationships/image" Target="../media/image37.svg" /><Relationship Id="rId87" Type="http://schemas.openxmlformats.org/officeDocument/2006/relationships/image" Target="../media/image38.png" /><Relationship Id="rId88" Type="http://schemas.openxmlformats.org/officeDocument/2006/relationships/image" Target="../media/image39.svg" /><Relationship Id="rId89" Type="http://schemas.openxmlformats.org/officeDocument/2006/relationships/image" Target="../media/image40.png" /><Relationship Id="rId90" Type="http://schemas.openxmlformats.org/officeDocument/2006/relationships/image" Target="../media/image41.svg" /><Relationship Id="rId91" Type="http://schemas.openxmlformats.org/officeDocument/2006/relationships/image" Target="../media/image42.png" /><Relationship Id="rId92" Type="http://schemas.openxmlformats.org/officeDocument/2006/relationships/image" Target="../media/image43.svg" /><Relationship Id="rId93" Type="http://schemas.openxmlformats.org/officeDocument/2006/relationships/image" Target="../media/image44.png" /><Relationship Id="rId94" Type="http://schemas.openxmlformats.org/officeDocument/2006/relationships/image" Target="../media/image45.svg" /><Relationship Id="rId95" Type="http://schemas.openxmlformats.org/officeDocument/2006/relationships/image" Target="../media/image46.png" /><Relationship Id="rId96" Type="http://schemas.openxmlformats.org/officeDocument/2006/relationships/image" Target="../media/image47.svg" /><Relationship Id="rId97" Type="http://schemas.openxmlformats.org/officeDocument/2006/relationships/image" Target="../media/image48.png" /><Relationship Id="rId98" Type="http://schemas.openxmlformats.org/officeDocument/2006/relationships/image" Target="../media/image49.svg" /><Relationship Id="rId99" Type="http://schemas.openxmlformats.org/officeDocument/2006/relationships/image" Target="../media/image52.png" /><Relationship Id="rId100" Type="http://schemas.openxmlformats.org/officeDocument/2006/relationships/image" Target="../media/image53.svg" /><Relationship Id="rId101" Type="http://schemas.openxmlformats.org/officeDocument/2006/relationships/image" Target="../media/image54.png" /><Relationship Id="rId102" Type="http://schemas.openxmlformats.org/officeDocument/2006/relationships/image" Target="../media/image55.svg" /><Relationship Id="rId103" Type="http://schemas.openxmlformats.org/officeDocument/2006/relationships/image" Target="../media/image56.png" /><Relationship Id="rId104" Type="http://schemas.openxmlformats.org/officeDocument/2006/relationships/image" Target="../media/image57.svg" /><Relationship Id="rId105" Type="http://schemas.openxmlformats.org/officeDocument/2006/relationships/image" Target="../media/image58.png" /><Relationship Id="rId106" Type="http://schemas.openxmlformats.org/officeDocument/2006/relationships/image" Target="../media/image59.svg" /><Relationship Id="rId107" Type="http://schemas.openxmlformats.org/officeDocument/2006/relationships/image" Target="../media/image60.png" /><Relationship Id="rId108" Type="http://schemas.openxmlformats.org/officeDocument/2006/relationships/image" Target="../media/image61.svg" /><Relationship Id="rId109" Type="http://schemas.openxmlformats.org/officeDocument/2006/relationships/image" Target="../media/image1.png" /><Relationship Id="rId110" Type="http://schemas.openxmlformats.org/officeDocument/2006/relationships/image" Target="../media/image62.svg" /><Relationship Id="rId111" Type="http://schemas.openxmlformats.org/officeDocument/2006/relationships/image" Target="../media/image70.png" /><Relationship Id="rId112" Type="http://schemas.openxmlformats.org/officeDocument/2006/relationships/image" Target="../media/image71.svg" /><Relationship Id="rId113" Type="http://schemas.openxmlformats.org/officeDocument/2006/relationships/image" Target="../media/image72.png" /><Relationship Id="rId114" Type="http://schemas.openxmlformats.org/officeDocument/2006/relationships/image" Target="../media/image73.svg" /><Relationship Id="rId115" Type="http://schemas.openxmlformats.org/officeDocument/2006/relationships/image" Target="../media/image74.png" /><Relationship Id="rId116" Type="http://schemas.openxmlformats.org/officeDocument/2006/relationships/image" Target="../media/image75.svg" /><Relationship Id="rId117" Type="http://schemas.openxmlformats.org/officeDocument/2006/relationships/image" Target="../media/image70.png" /><Relationship Id="rId118" Type="http://schemas.openxmlformats.org/officeDocument/2006/relationships/image" Target="../media/image71.svg" /></Relationships>
</file>

<file path=ppt/slides/_rels/slide2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4" Type="http://schemas.openxmlformats.org/officeDocument/2006/relationships/notesSlide" Target="../notesSlides/notesSlide38.xml" /><Relationship Id="rId6" Type="http://schemas.openxmlformats.org/officeDocument/2006/relationships/image" Target="../media/image4.png" /><Relationship Id="rId12" Type="http://schemas.openxmlformats.org/officeDocument/2006/relationships/image" Target="../media/image5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18" Type="http://schemas.openxmlformats.org/officeDocument/2006/relationships/image" Target="../media/image1.png" /><Relationship Id="rId20" Type="http://schemas.openxmlformats.org/officeDocument/2006/relationships/image" Target="../media/image2.svg" /><Relationship Id="rId50" Type="http://schemas.openxmlformats.org/officeDocument/2006/relationships/image" Target="../media/image22.png" /><Relationship Id="rId63" Type="http://schemas.openxmlformats.org/officeDocument/2006/relationships/image" Target="../media/image23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69" Type="http://schemas.openxmlformats.org/officeDocument/2006/relationships/image" Target="../media/image27.svg" /><Relationship Id="rId76" Type="http://schemas.openxmlformats.org/officeDocument/2006/relationships/image" Target="../media/image28.png" /><Relationship Id="rId78" Type="http://schemas.openxmlformats.org/officeDocument/2006/relationships/image" Target="../media/image29.svg" /><Relationship Id="rId79" Type="http://schemas.openxmlformats.org/officeDocument/2006/relationships/image" Target="../media/image30.png" /><Relationship Id="rId80" Type="http://schemas.openxmlformats.org/officeDocument/2006/relationships/image" Target="../media/image31.svg" /><Relationship Id="rId81" Type="http://schemas.openxmlformats.org/officeDocument/2006/relationships/image" Target="../media/image32.png" /><Relationship Id="rId82" Type="http://schemas.openxmlformats.org/officeDocument/2006/relationships/image" Target="../media/image33.svg" /><Relationship Id="rId83" Type="http://schemas.openxmlformats.org/officeDocument/2006/relationships/image" Target="../media/image34.png" /><Relationship Id="rId84" Type="http://schemas.openxmlformats.org/officeDocument/2006/relationships/image" Target="../media/image35.svg" /><Relationship Id="rId85" Type="http://schemas.openxmlformats.org/officeDocument/2006/relationships/image" Target="../media/image36.png" /><Relationship Id="rId86" Type="http://schemas.openxmlformats.org/officeDocument/2006/relationships/image" Target="../media/image37.svg" /><Relationship Id="rId87" Type="http://schemas.openxmlformats.org/officeDocument/2006/relationships/image" Target="../media/image38.png" /><Relationship Id="rId88" Type="http://schemas.openxmlformats.org/officeDocument/2006/relationships/image" Target="../media/image39.svg" /><Relationship Id="rId89" Type="http://schemas.openxmlformats.org/officeDocument/2006/relationships/image" Target="../media/image40.png" /><Relationship Id="rId90" Type="http://schemas.openxmlformats.org/officeDocument/2006/relationships/image" Target="../media/image41.svg" /><Relationship Id="rId91" Type="http://schemas.openxmlformats.org/officeDocument/2006/relationships/image" Target="../media/image42.png" /><Relationship Id="rId92" Type="http://schemas.openxmlformats.org/officeDocument/2006/relationships/image" Target="../media/image43.svg" /><Relationship Id="rId93" Type="http://schemas.openxmlformats.org/officeDocument/2006/relationships/image" Target="../media/image44.png" /><Relationship Id="rId94" Type="http://schemas.openxmlformats.org/officeDocument/2006/relationships/image" Target="../media/image45.svg" /><Relationship Id="rId95" Type="http://schemas.openxmlformats.org/officeDocument/2006/relationships/image" Target="../media/image46.png" /><Relationship Id="rId96" Type="http://schemas.openxmlformats.org/officeDocument/2006/relationships/image" Target="../media/image47.svg" /><Relationship Id="rId97" Type="http://schemas.openxmlformats.org/officeDocument/2006/relationships/image" Target="../media/image48.png" /><Relationship Id="rId98" Type="http://schemas.openxmlformats.org/officeDocument/2006/relationships/image" Target="../media/image49.svg" /><Relationship Id="rId99" Type="http://schemas.openxmlformats.org/officeDocument/2006/relationships/image" Target="../media/image52.png" /><Relationship Id="rId100" Type="http://schemas.openxmlformats.org/officeDocument/2006/relationships/image" Target="../media/image53.svg" /><Relationship Id="rId101" Type="http://schemas.openxmlformats.org/officeDocument/2006/relationships/image" Target="../media/image54.png" /><Relationship Id="rId102" Type="http://schemas.openxmlformats.org/officeDocument/2006/relationships/image" Target="../media/image55.svg" /><Relationship Id="rId103" Type="http://schemas.openxmlformats.org/officeDocument/2006/relationships/image" Target="../media/image56.png" /><Relationship Id="rId104" Type="http://schemas.openxmlformats.org/officeDocument/2006/relationships/image" Target="../media/image57.svg" /><Relationship Id="rId105" Type="http://schemas.openxmlformats.org/officeDocument/2006/relationships/image" Target="../media/image58.png" /><Relationship Id="rId106" Type="http://schemas.openxmlformats.org/officeDocument/2006/relationships/image" Target="../media/image59.svg" /><Relationship Id="rId107" Type="http://schemas.openxmlformats.org/officeDocument/2006/relationships/image" Target="../media/image60.png" /><Relationship Id="rId108" Type="http://schemas.openxmlformats.org/officeDocument/2006/relationships/image" Target="../media/image61.svg" /><Relationship Id="rId109" Type="http://schemas.openxmlformats.org/officeDocument/2006/relationships/image" Target="../media/image1.png" /><Relationship Id="rId110" Type="http://schemas.openxmlformats.org/officeDocument/2006/relationships/image" Target="../media/image62.svg" /><Relationship Id="rId111" Type="http://schemas.openxmlformats.org/officeDocument/2006/relationships/image" Target="../media/image70.png" /><Relationship Id="rId112" Type="http://schemas.openxmlformats.org/officeDocument/2006/relationships/image" Target="../media/image71.svg" /><Relationship Id="rId113" Type="http://schemas.openxmlformats.org/officeDocument/2006/relationships/image" Target="../media/image72.png" /><Relationship Id="rId114" Type="http://schemas.openxmlformats.org/officeDocument/2006/relationships/image" Target="../media/image73.svg" /><Relationship Id="rId115" Type="http://schemas.openxmlformats.org/officeDocument/2006/relationships/image" Target="../media/image74.png" /><Relationship Id="rId116" Type="http://schemas.openxmlformats.org/officeDocument/2006/relationships/image" Target="../media/image75.svg" /><Relationship Id="rId117" Type="http://schemas.openxmlformats.org/officeDocument/2006/relationships/image" Target="../media/image70.png" /><Relationship Id="rId118" Type="http://schemas.openxmlformats.org/officeDocument/2006/relationships/image" Target="../media/image71.svg" /></Relationships>
</file>

<file path=ppt/slides/_rels/slide2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2" Type="http://schemas.openxmlformats.org/officeDocument/2006/relationships/notesSlide" Target="../notesSlides/notesSlide40.xml" /><Relationship Id="rId6" Type="http://schemas.openxmlformats.org/officeDocument/2006/relationships/image" Target="../media/image6.png" /><Relationship Id="rId12" Type="http://schemas.openxmlformats.org/officeDocument/2006/relationships/image" Target="../media/image7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18" Type="http://schemas.openxmlformats.org/officeDocument/2006/relationships/image" Target="../media/image1.png" /><Relationship Id="rId20" Type="http://schemas.openxmlformats.org/officeDocument/2006/relationships/image" Target="../media/image2.svg" /><Relationship Id="rId50" Type="http://schemas.openxmlformats.org/officeDocument/2006/relationships/image" Target="../media/image22.png" /><Relationship Id="rId63" Type="http://schemas.openxmlformats.org/officeDocument/2006/relationships/image" Target="../media/image23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69" Type="http://schemas.openxmlformats.org/officeDocument/2006/relationships/image" Target="../media/image27.svg" /><Relationship Id="rId76" Type="http://schemas.openxmlformats.org/officeDocument/2006/relationships/image" Target="../media/image28.png" /><Relationship Id="rId78" Type="http://schemas.openxmlformats.org/officeDocument/2006/relationships/image" Target="../media/image29.svg" /><Relationship Id="rId79" Type="http://schemas.openxmlformats.org/officeDocument/2006/relationships/image" Target="../media/image30.png" /><Relationship Id="rId80" Type="http://schemas.openxmlformats.org/officeDocument/2006/relationships/image" Target="../media/image31.svg" /><Relationship Id="rId81" Type="http://schemas.openxmlformats.org/officeDocument/2006/relationships/image" Target="../media/image32.png" /><Relationship Id="rId82" Type="http://schemas.openxmlformats.org/officeDocument/2006/relationships/image" Target="../media/image33.svg" /><Relationship Id="rId83" Type="http://schemas.openxmlformats.org/officeDocument/2006/relationships/image" Target="../media/image34.png" /><Relationship Id="rId84" Type="http://schemas.openxmlformats.org/officeDocument/2006/relationships/image" Target="../media/image35.svg" /><Relationship Id="rId85" Type="http://schemas.openxmlformats.org/officeDocument/2006/relationships/image" Target="../media/image36.png" /><Relationship Id="rId86" Type="http://schemas.openxmlformats.org/officeDocument/2006/relationships/image" Target="../media/image37.svg" /><Relationship Id="rId87" Type="http://schemas.openxmlformats.org/officeDocument/2006/relationships/image" Target="../media/image38.png" /><Relationship Id="rId88" Type="http://schemas.openxmlformats.org/officeDocument/2006/relationships/image" Target="../media/image39.svg" /><Relationship Id="rId89" Type="http://schemas.openxmlformats.org/officeDocument/2006/relationships/image" Target="../media/image40.png" /><Relationship Id="rId90" Type="http://schemas.openxmlformats.org/officeDocument/2006/relationships/image" Target="../media/image41.svg" /><Relationship Id="rId91" Type="http://schemas.openxmlformats.org/officeDocument/2006/relationships/image" Target="../media/image42.png" /><Relationship Id="rId92" Type="http://schemas.openxmlformats.org/officeDocument/2006/relationships/image" Target="../media/image43.svg" /><Relationship Id="rId93" Type="http://schemas.openxmlformats.org/officeDocument/2006/relationships/image" Target="../media/image44.png" /><Relationship Id="rId94" Type="http://schemas.openxmlformats.org/officeDocument/2006/relationships/image" Target="../media/image45.svg" /><Relationship Id="rId95" Type="http://schemas.openxmlformats.org/officeDocument/2006/relationships/image" Target="../media/image46.png" /><Relationship Id="rId96" Type="http://schemas.openxmlformats.org/officeDocument/2006/relationships/image" Target="../media/image47.svg" /><Relationship Id="rId97" Type="http://schemas.openxmlformats.org/officeDocument/2006/relationships/image" Target="../media/image48.png" /><Relationship Id="rId98" Type="http://schemas.openxmlformats.org/officeDocument/2006/relationships/image" Target="../media/image49.svg" /><Relationship Id="rId99" Type="http://schemas.openxmlformats.org/officeDocument/2006/relationships/image" Target="../media/image52.png" /><Relationship Id="rId100" Type="http://schemas.openxmlformats.org/officeDocument/2006/relationships/image" Target="../media/image53.svg" /><Relationship Id="rId101" Type="http://schemas.openxmlformats.org/officeDocument/2006/relationships/image" Target="../media/image54.png" /><Relationship Id="rId102" Type="http://schemas.openxmlformats.org/officeDocument/2006/relationships/image" Target="../media/image55.svg" /><Relationship Id="rId103" Type="http://schemas.openxmlformats.org/officeDocument/2006/relationships/image" Target="../media/image56.png" /><Relationship Id="rId104" Type="http://schemas.openxmlformats.org/officeDocument/2006/relationships/image" Target="../media/image57.svg" /><Relationship Id="rId105" Type="http://schemas.openxmlformats.org/officeDocument/2006/relationships/image" Target="../media/image58.png" /><Relationship Id="rId106" Type="http://schemas.openxmlformats.org/officeDocument/2006/relationships/image" Target="../media/image59.svg" /><Relationship Id="rId107" Type="http://schemas.openxmlformats.org/officeDocument/2006/relationships/image" Target="../media/image60.png" /><Relationship Id="rId108" Type="http://schemas.openxmlformats.org/officeDocument/2006/relationships/image" Target="../media/image61.svg" /><Relationship Id="rId109" Type="http://schemas.openxmlformats.org/officeDocument/2006/relationships/image" Target="../media/image1.png" /><Relationship Id="rId110" Type="http://schemas.openxmlformats.org/officeDocument/2006/relationships/image" Target="../media/image62.svg" /><Relationship Id="rId111" Type="http://schemas.openxmlformats.org/officeDocument/2006/relationships/image" Target="../media/image70.png" /><Relationship Id="rId112" Type="http://schemas.openxmlformats.org/officeDocument/2006/relationships/image" Target="../media/image71.svg" /><Relationship Id="rId113" Type="http://schemas.openxmlformats.org/officeDocument/2006/relationships/image" Target="../media/image72.png" /><Relationship Id="rId114" Type="http://schemas.openxmlformats.org/officeDocument/2006/relationships/image" Target="../media/image73.svg" /><Relationship Id="rId115" Type="http://schemas.openxmlformats.org/officeDocument/2006/relationships/image" Target="../media/image74.png" /><Relationship Id="rId116" Type="http://schemas.openxmlformats.org/officeDocument/2006/relationships/image" Target="../media/image75.svg" /><Relationship Id="rId117" Type="http://schemas.openxmlformats.org/officeDocument/2006/relationships/image" Target="../media/image70.png" /><Relationship Id="rId118" Type="http://schemas.openxmlformats.org/officeDocument/2006/relationships/image" Target="../media/image71.svg" /></Relationships>
</file>

<file path=ppt/slides/_rels/slide23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2" Type="http://schemas.openxmlformats.org/officeDocument/2006/relationships/notesSlide" Target="../notesSlides/notesSlide42.xml" /><Relationship Id="rId6" Type="http://schemas.openxmlformats.org/officeDocument/2006/relationships/image" Target="../media/image6.png" /><Relationship Id="rId12" Type="http://schemas.openxmlformats.org/officeDocument/2006/relationships/image" Target="../media/image7.svg" /><Relationship Id="rId14" Type="http://schemas.openxmlformats.org/officeDocument/2006/relationships/image" Target="../media/image10.png" /><Relationship Id="rId18" Type="http://schemas.openxmlformats.org/officeDocument/2006/relationships/image" Target="../media/image11.svg" /><Relationship Id="rId20" Type="http://schemas.openxmlformats.org/officeDocument/2006/relationships/image" Target="../media/image1.png" /><Relationship Id="rId22" Type="http://schemas.openxmlformats.org/officeDocument/2006/relationships/image" Target="../media/image2.svg" /><Relationship Id="rId50" Type="http://schemas.openxmlformats.org/officeDocument/2006/relationships/image" Target="../media/image16.png" /><Relationship Id="rId63" Type="http://schemas.openxmlformats.org/officeDocument/2006/relationships/image" Target="../media/image17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9" Type="http://schemas.openxmlformats.org/officeDocument/2006/relationships/image" Target="../media/image26.png" /><Relationship Id="rId76" Type="http://schemas.openxmlformats.org/officeDocument/2006/relationships/image" Target="../media/image27.svg" /><Relationship Id="rId78" Type="http://schemas.openxmlformats.org/officeDocument/2006/relationships/image" Target="../media/image28.png" /><Relationship Id="rId79" Type="http://schemas.openxmlformats.org/officeDocument/2006/relationships/image" Target="../media/image29.svg" /><Relationship Id="rId80" Type="http://schemas.openxmlformats.org/officeDocument/2006/relationships/image" Target="../media/image30.png" /><Relationship Id="rId81" Type="http://schemas.openxmlformats.org/officeDocument/2006/relationships/image" Target="../media/image31.svg" /><Relationship Id="rId82" Type="http://schemas.openxmlformats.org/officeDocument/2006/relationships/image" Target="../media/image32.png" /><Relationship Id="rId83" Type="http://schemas.openxmlformats.org/officeDocument/2006/relationships/image" Target="../media/image33.svg" /><Relationship Id="rId84" Type="http://schemas.openxmlformats.org/officeDocument/2006/relationships/image" Target="../media/image34.png" /><Relationship Id="rId85" Type="http://schemas.openxmlformats.org/officeDocument/2006/relationships/image" Target="../media/image35.svg" /><Relationship Id="rId86" Type="http://schemas.openxmlformats.org/officeDocument/2006/relationships/image" Target="../media/image36.png" /><Relationship Id="rId87" Type="http://schemas.openxmlformats.org/officeDocument/2006/relationships/image" Target="../media/image37.svg" /><Relationship Id="rId88" Type="http://schemas.openxmlformats.org/officeDocument/2006/relationships/image" Target="../media/image38.png" /><Relationship Id="rId89" Type="http://schemas.openxmlformats.org/officeDocument/2006/relationships/image" Target="../media/image39.svg" /><Relationship Id="rId90" Type="http://schemas.openxmlformats.org/officeDocument/2006/relationships/image" Target="../media/image40.png" /><Relationship Id="rId91" Type="http://schemas.openxmlformats.org/officeDocument/2006/relationships/image" Target="../media/image41.svg" /><Relationship Id="rId92" Type="http://schemas.openxmlformats.org/officeDocument/2006/relationships/image" Target="../media/image42.png" /><Relationship Id="rId93" Type="http://schemas.openxmlformats.org/officeDocument/2006/relationships/image" Target="../media/image43.svg" /><Relationship Id="rId94" Type="http://schemas.openxmlformats.org/officeDocument/2006/relationships/image" Target="../media/image44.png" /><Relationship Id="rId95" Type="http://schemas.openxmlformats.org/officeDocument/2006/relationships/image" Target="../media/image45.svg" /><Relationship Id="rId96" Type="http://schemas.openxmlformats.org/officeDocument/2006/relationships/image" Target="../media/image46.png" /><Relationship Id="rId97" Type="http://schemas.openxmlformats.org/officeDocument/2006/relationships/image" Target="../media/image47.svg" /><Relationship Id="rId98" Type="http://schemas.openxmlformats.org/officeDocument/2006/relationships/image" Target="../media/image48.png" /><Relationship Id="rId99" Type="http://schemas.openxmlformats.org/officeDocument/2006/relationships/image" Target="../media/image49.svg" /><Relationship Id="rId100" Type="http://schemas.openxmlformats.org/officeDocument/2006/relationships/image" Target="../media/image52.png" /><Relationship Id="rId101" Type="http://schemas.openxmlformats.org/officeDocument/2006/relationships/image" Target="../media/image53.svg" /><Relationship Id="rId102" Type="http://schemas.openxmlformats.org/officeDocument/2006/relationships/image" Target="../media/image54.png" /><Relationship Id="rId103" Type="http://schemas.openxmlformats.org/officeDocument/2006/relationships/image" Target="../media/image55.svg" /><Relationship Id="rId104" Type="http://schemas.openxmlformats.org/officeDocument/2006/relationships/image" Target="../media/image56.png" /><Relationship Id="rId105" Type="http://schemas.openxmlformats.org/officeDocument/2006/relationships/image" Target="../media/image57.svg" /><Relationship Id="rId106" Type="http://schemas.openxmlformats.org/officeDocument/2006/relationships/image" Target="../media/image58.png" /><Relationship Id="rId107" Type="http://schemas.openxmlformats.org/officeDocument/2006/relationships/image" Target="../media/image59.svg" /><Relationship Id="rId108" Type="http://schemas.openxmlformats.org/officeDocument/2006/relationships/image" Target="../media/image60.png" /><Relationship Id="rId109" Type="http://schemas.openxmlformats.org/officeDocument/2006/relationships/image" Target="../media/image61.svg" /><Relationship Id="rId110" Type="http://schemas.openxmlformats.org/officeDocument/2006/relationships/image" Target="../media/image1.png" /><Relationship Id="rId111" Type="http://schemas.openxmlformats.org/officeDocument/2006/relationships/image" Target="../media/image62.svg" /><Relationship Id="rId112" Type="http://schemas.openxmlformats.org/officeDocument/2006/relationships/image" Target="../media/image68.jpg" /><Relationship Id="rId113" Type="http://schemas.openxmlformats.org/officeDocument/2006/relationships/image" Target="../media/image70.png" /><Relationship Id="rId114" Type="http://schemas.openxmlformats.org/officeDocument/2006/relationships/image" Target="../media/image71.svg" /><Relationship Id="rId115" Type="http://schemas.openxmlformats.org/officeDocument/2006/relationships/image" Target="../media/image72.png" /><Relationship Id="rId116" Type="http://schemas.openxmlformats.org/officeDocument/2006/relationships/image" Target="../media/image73.svg" /><Relationship Id="rId117" Type="http://schemas.openxmlformats.org/officeDocument/2006/relationships/image" Target="../media/image74.png" /><Relationship Id="rId118" Type="http://schemas.openxmlformats.org/officeDocument/2006/relationships/image" Target="../media/image75.svg" /><Relationship Id="rId119" Type="http://schemas.openxmlformats.org/officeDocument/2006/relationships/image" Target="../media/image70.png" /><Relationship Id="rId120" Type="http://schemas.openxmlformats.org/officeDocument/2006/relationships/image" Target="../media/image71.svg" /></Relationships>
</file>

<file path=ppt/slides/_rels/slide24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2" Type="http://schemas.openxmlformats.org/officeDocument/2006/relationships/notesSlide" Target="../notesSlides/notesSlide44.xml" /><Relationship Id="rId6" Type="http://schemas.openxmlformats.org/officeDocument/2006/relationships/image" Target="../media/image6.png" /><Relationship Id="rId12" Type="http://schemas.openxmlformats.org/officeDocument/2006/relationships/image" Target="../media/image7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18" Type="http://schemas.openxmlformats.org/officeDocument/2006/relationships/image" Target="../media/image1.png" /><Relationship Id="rId20" Type="http://schemas.openxmlformats.org/officeDocument/2006/relationships/image" Target="../media/image2.svg" /><Relationship Id="rId50" Type="http://schemas.openxmlformats.org/officeDocument/2006/relationships/image" Target="../media/image22.png" /><Relationship Id="rId63" Type="http://schemas.openxmlformats.org/officeDocument/2006/relationships/image" Target="../media/image23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69" Type="http://schemas.openxmlformats.org/officeDocument/2006/relationships/image" Target="../media/image27.svg" /><Relationship Id="rId76" Type="http://schemas.openxmlformats.org/officeDocument/2006/relationships/image" Target="../media/image28.png" /><Relationship Id="rId78" Type="http://schemas.openxmlformats.org/officeDocument/2006/relationships/image" Target="../media/image29.svg" /><Relationship Id="rId79" Type="http://schemas.openxmlformats.org/officeDocument/2006/relationships/image" Target="../media/image30.png" /><Relationship Id="rId80" Type="http://schemas.openxmlformats.org/officeDocument/2006/relationships/image" Target="../media/image31.svg" /><Relationship Id="rId81" Type="http://schemas.openxmlformats.org/officeDocument/2006/relationships/image" Target="../media/image32.png" /><Relationship Id="rId82" Type="http://schemas.openxmlformats.org/officeDocument/2006/relationships/image" Target="../media/image33.svg" /><Relationship Id="rId83" Type="http://schemas.openxmlformats.org/officeDocument/2006/relationships/image" Target="../media/image34.png" /><Relationship Id="rId84" Type="http://schemas.openxmlformats.org/officeDocument/2006/relationships/image" Target="../media/image35.svg" /><Relationship Id="rId85" Type="http://schemas.openxmlformats.org/officeDocument/2006/relationships/image" Target="../media/image36.png" /><Relationship Id="rId86" Type="http://schemas.openxmlformats.org/officeDocument/2006/relationships/image" Target="../media/image37.svg" /><Relationship Id="rId87" Type="http://schemas.openxmlformats.org/officeDocument/2006/relationships/image" Target="../media/image38.png" /><Relationship Id="rId88" Type="http://schemas.openxmlformats.org/officeDocument/2006/relationships/image" Target="../media/image39.svg" /><Relationship Id="rId89" Type="http://schemas.openxmlformats.org/officeDocument/2006/relationships/image" Target="../media/image40.png" /><Relationship Id="rId90" Type="http://schemas.openxmlformats.org/officeDocument/2006/relationships/image" Target="../media/image41.svg" /><Relationship Id="rId91" Type="http://schemas.openxmlformats.org/officeDocument/2006/relationships/image" Target="../media/image42.png" /><Relationship Id="rId92" Type="http://schemas.openxmlformats.org/officeDocument/2006/relationships/image" Target="../media/image43.svg" /><Relationship Id="rId93" Type="http://schemas.openxmlformats.org/officeDocument/2006/relationships/image" Target="../media/image44.png" /><Relationship Id="rId94" Type="http://schemas.openxmlformats.org/officeDocument/2006/relationships/image" Target="../media/image45.svg" /><Relationship Id="rId95" Type="http://schemas.openxmlformats.org/officeDocument/2006/relationships/image" Target="../media/image46.png" /><Relationship Id="rId96" Type="http://schemas.openxmlformats.org/officeDocument/2006/relationships/image" Target="../media/image47.svg" /><Relationship Id="rId97" Type="http://schemas.openxmlformats.org/officeDocument/2006/relationships/image" Target="../media/image48.png" /><Relationship Id="rId98" Type="http://schemas.openxmlformats.org/officeDocument/2006/relationships/image" Target="../media/image49.svg" /><Relationship Id="rId99" Type="http://schemas.openxmlformats.org/officeDocument/2006/relationships/image" Target="../media/image52.png" /><Relationship Id="rId100" Type="http://schemas.openxmlformats.org/officeDocument/2006/relationships/image" Target="../media/image53.svg" /><Relationship Id="rId101" Type="http://schemas.openxmlformats.org/officeDocument/2006/relationships/image" Target="../media/image54.png" /><Relationship Id="rId102" Type="http://schemas.openxmlformats.org/officeDocument/2006/relationships/image" Target="../media/image55.svg" /><Relationship Id="rId103" Type="http://schemas.openxmlformats.org/officeDocument/2006/relationships/image" Target="../media/image56.png" /><Relationship Id="rId104" Type="http://schemas.openxmlformats.org/officeDocument/2006/relationships/image" Target="../media/image57.svg" /><Relationship Id="rId105" Type="http://schemas.openxmlformats.org/officeDocument/2006/relationships/image" Target="../media/image58.png" /><Relationship Id="rId106" Type="http://schemas.openxmlformats.org/officeDocument/2006/relationships/image" Target="../media/image59.svg" /><Relationship Id="rId107" Type="http://schemas.openxmlformats.org/officeDocument/2006/relationships/image" Target="../media/image60.png" /><Relationship Id="rId108" Type="http://schemas.openxmlformats.org/officeDocument/2006/relationships/image" Target="../media/image61.svg" /><Relationship Id="rId109" Type="http://schemas.openxmlformats.org/officeDocument/2006/relationships/image" Target="../media/image1.png" /><Relationship Id="rId110" Type="http://schemas.openxmlformats.org/officeDocument/2006/relationships/image" Target="../media/image62.svg" /><Relationship Id="rId111" Type="http://schemas.openxmlformats.org/officeDocument/2006/relationships/image" Target="../media/image70.png" /><Relationship Id="rId112" Type="http://schemas.openxmlformats.org/officeDocument/2006/relationships/image" Target="../media/image71.svg" /><Relationship Id="rId113" Type="http://schemas.openxmlformats.org/officeDocument/2006/relationships/image" Target="../media/image72.png" /><Relationship Id="rId114" Type="http://schemas.openxmlformats.org/officeDocument/2006/relationships/image" Target="../media/image73.svg" /><Relationship Id="rId115" Type="http://schemas.openxmlformats.org/officeDocument/2006/relationships/image" Target="../media/image74.png" /><Relationship Id="rId116" Type="http://schemas.openxmlformats.org/officeDocument/2006/relationships/image" Target="../media/image75.svg" /><Relationship Id="rId117" Type="http://schemas.openxmlformats.org/officeDocument/2006/relationships/image" Target="../media/image70.png" /><Relationship Id="rId118" Type="http://schemas.openxmlformats.org/officeDocument/2006/relationships/image" Target="../media/image71.svg" /></Relationships>
</file>

<file path=ppt/slides/_rels/slide25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2" Type="http://schemas.openxmlformats.org/officeDocument/2006/relationships/notesSlide" Target="../notesSlides/notesSlide46.xml" /><Relationship Id="rId6" Type="http://schemas.openxmlformats.org/officeDocument/2006/relationships/image" Target="../media/image6.png" /><Relationship Id="rId12" Type="http://schemas.openxmlformats.org/officeDocument/2006/relationships/image" Target="../media/image7.svg" /><Relationship Id="rId16" Type="http://schemas.openxmlformats.org/officeDocument/2006/relationships/image" Target="../media/image10.png" /><Relationship Id="rId18" Type="http://schemas.openxmlformats.org/officeDocument/2006/relationships/image" Target="../media/image11.svg" /><Relationship Id="rId20" Type="http://schemas.openxmlformats.org/officeDocument/2006/relationships/image" Target="../media/image1.png" /><Relationship Id="rId22" Type="http://schemas.openxmlformats.org/officeDocument/2006/relationships/image" Target="../media/image2.svg" /><Relationship Id="rId50" Type="http://schemas.openxmlformats.org/officeDocument/2006/relationships/image" Target="../media/image14.png" /><Relationship Id="rId63" Type="http://schemas.openxmlformats.org/officeDocument/2006/relationships/image" Target="../media/image15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76" Type="http://schemas.openxmlformats.org/officeDocument/2006/relationships/image" Target="../media/image27.svg" /><Relationship Id="rId78" Type="http://schemas.openxmlformats.org/officeDocument/2006/relationships/image" Target="../media/image28.png" /><Relationship Id="rId79" Type="http://schemas.openxmlformats.org/officeDocument/2006/relationships/image" Target="../media/image29.svg" /><Relationship Id="rId80" Type="http://schemas.openxmlformats.org/officeDocument/2006/relationships/image" Target="../media/image30.png" /><Relationship Id="rId81" Type="http://schemas.openxmlformats.org/officeDocument/2006/relationships/image" Target="../media/image31.svg" /><Relationship Id="rId82" Type="http://schemas.openxmlformats.org/officeDocument/2006/relationships/image" Target="../media/image32.png" /><Relationship Id="rId83" Type="http://schemas.openxmlformats.org/officeDocument/2006/relationships/image" Target="../media/image33.svg" /><Relationship Id="rId84" Type="http://schemas.openxmlformats.org/officeDocument/2006/relationships/image" Target="../media/image34.png" /><Relationship Id="rId85" Type="http://schemas.openxmlformats.org/officeDocument/2006/relationships/image" Target="../media/image35.svg" /><Relationship Id="rId86" Type="http://schemas.openxmlformats.org/officeDocument/2006/relationships/image" Target="../media/image36.png" /><Relationship Id="rId87" Type="http://schemas.openxmlformats.org/officeDocument/2006/relationships/image" Target="../media/image37.svg" /><Relationship Id="rId88" Type="http://schemas.openxmlformats.org/officeDocument/2006/relationships/image" Target="../media/image38.png" /><Relationship Id="rId89" Type="http://schemas.openxmlformats.org/officeDocument/2006/relationships/image" Target="../media/image39.svg" /><Relationship Id="rId90" Type="http://schemas.openxmlformats.org/officeDocument/2006/relationships/image" Target="../media/image40.png" /><Relationship Id="rId91" Type="http://schemas.openxmlformats.org/officeDocument/2006/relationships/image" Target="../media/image41.svg" /><Relationship Id="rId92" Type="http://schemas.openxmlformats.org/officeDocument/2006/relationships/image" Target="../media/image42.png" /><Relationship Id="rId93" Type="http://schemas.openxmlformats.org/officeDocument/2006/relationships/image" Target="../media/image43.svg" /><Relationship Id="rId94" Type="http://schemas.openxmlformats.org/officeDocument/2006/relationships/image" Target="../media/image44.png" /><Relationship Id="rId95" Type="http://schemas.openxmlformats.org/officeDocument/2006/relationships/image" Target="../media/image45.svg" /><Relationship Id="rId96" Type="http://schemas.openxmlformats.org/officeDocument/2006/relationships/image" Target="../media/image46.png" /><Relationship Id="rId97" Type="http://schemas.openxmlformats.org/officeDocument/2006/relationships/image" Target="../media/image47.svg" /><Relationship Id="rId98" Type="http://schemas.openxmlformats.org/officeDocument/2006/relationships/image" Target="../media/image48.png" /><Relationship Id="rId99" Type="http://schemas.openxmlformats.org/officeDocument/2006/relationships/image" Target="../media/image49.svg" /><Relationship Id="rId100" Type="http://schemas.openxmlformats.org/officeDocument/2006/relationships/image" Target="../media/image52.png" /><Relationship Id="rId101" Type="http://schemas.openxmlformats.org/officeDocument/2006/relationships/image" Target="../media/image53.svg" /><Relationship Id="rId102" Type="http://schemas.openxmlformats.org/officeDocument/2006/relationships/image" Target="../media/image54.png" /><Relationship Id="rId103" Type="http://schemas.openxmlformats.org/officeDocument/2006/relationships/image" Target="../media/image55.svg" /><Relationship Id="rId104" Type="http://schemas.openxmlformats.org/officeDocument/2006/relationships/image" Target="../media/image56.png" /><Relationship Id="rId105" Type="http://schemas.openxmlformats.org/officeDocument/2006/relationships/image" Target="../media/image57.svg" /><Relationship Id="rId106" Type="http://schemas.openxmlformats.org/officeDocument/2006/relationships/image" Target="../media/image58.png" /><Relationship Id="rId107" Type="http://schemas.openxmlformats.org/officeDocument/2006/relationships/image" Target="../media/image59.svg" /><Relationship Id="rId108" Type="http://schemas.openxmlformats.org/officeDocument/2006/relationships/image" Target="../media/image60.png" /><Relationship Id="rId109" Type="http://schemas.openxmlformats.org/officeDocument/2006/relationships/image" Target="../media/image61.svg" /><Relationship Id="rId110" Type="http://schemas.openxmlformats.org/officeDocument/2006/relationships/image" Target="../media/image1.png" /><Relationship Id="rId111" Type="http://schemas.openxmlformats.org/officeDocument/2006/relationships/image" Target="../media/image62.svg" /><Relationship Id="rId112" Type="http://schemas.openxmlformats.org/officeDocument/2006/relationships/image" Target="../media/image69.png" /><Relationship Id="rId113" Type="http://schemas.openxmlformats.org/officeDocument/2006/relationships/image" Target="../media/image70.png" /><Relationship Id="rId114" Type="http://schemas.openxmlformats.org/officeDocument/2006/relationships/image" Target="../media/image71.svg" /><Relationship Id="rId115" Type="http://schemas.openxmlformats.org/officeDocument/2006/relationships/image" Target="../media/image72.png" /><Relationship Id="rId116" Type="http://schemas.openxmlformats.org/officeDocument/2006/relationships/image" Target="../media/image73.svg" /><Relationship Id="rId117" Type="http://schemas.openxmlformats.org/officeDocument/2006/relationships/image" Target="../media/image74.png" /><Relationship Id="rId118" Type="http://schemas.openxmlformats.org/officeDocument/2006/relationships/image" Target="../media/image75.svg" /><Relationship Id="rId119" Type="http://schemas.openxmlformats.org/officeDocument/2006/relationships/image" Target="../media/image70.png" /><Relationship Id="rId120" Type="http://schemas.openxmlformats.org/officeDocument/2006/relationships/image" Target="../media/image71.svg" /></Relationships>
</file>

<file path=ppt/slides/_rels/slide26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2" Type="http://schemas.openxmlformats.org/officeDocument/2006/relationships/notesSlide" Target="../notesSlides/notesSlide48.xml" /><Relationship Id="rId6" Type="http://schemas.openxmlformats.org/officeDocument/2006/relationships/image" Target="../media/image6.png" /><Relationship Id="rId12" Type="http://schemas.openxmlformats.org/officeDocument/2006/relationships/image" Target="../media/image7.svg" /><Relationship Id="rId16" Type="http://schemas.openxmlformats.org/officeDocument/2006/relationships/image" Target="../media/image10.png" /><Relationship Id="rId18" Type="http://schemas.openxmlformats.org/officeDocument/2006/relationships/image" Target="../media/image11.svg" /><Relationship Id="rId20" Type="http://schemas.openxmlformats.org/officeDocument/2006/relationships/image" Target="../media/image1.png" /><Relationship Id="rId22" Type="http://schemas.openxmlformats.org/officeDocument/2006/relationships/image" Target="../media/image2.svg" /><Relationship Id="rId50" Type="http://schemas.openxmlformats.org/officeDocument/2006/relationships/image" Target="../media/image14.png" /><Relationship Id="rId63" Type="http://schemas.openxmlformats.org/officeDocument/2006/relationships/image" Target="../media/image15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76" Type="http://schemas.openxmlformats.org/officeDocument/2006/relationships/image" Target="../media/image27.svg" /><Relationship Id="rId78" Type="http://schemas.openxmlformats.org/officeDocument/2006/relationships/image" Target="../media/image28.png" /><Relationship Id="rId79" Type="http://schemas.openxmlformats.org/officeDocument/2006/relationships/image" Target="../media/image29.svg" /><Relationship Id="rId80" Type="http://schemas.openxmlformats.org/officeDocument/2006/relationships/image" Target="../media/image30.png" /><Relationship Id="rId81" Type="http://schemas.openxmlformats.org/officeDocument/2006/relationships/image" Target="../media/image31.svg" /><Relationship Id="rId82" Type="http://schemas.openxmlformats.org/officeDocument/2006/relationships/image" Target="../media/image32.png" /><Relationship Id="rId83" Type="http://schemas.openxmlformats.org/officeDocument/2006/relationships/image" Target="../media/image33.svg" /><Relationship Id="rId84" Type="http://schemas.openxmlformats.org/officeDocument/2006/relationships/image" Target="../media/image34.png" /><Relationship Id="rId85" Type="http://schemas.openxmlformats.org/officeDocument/2006/relationships/image" Target="../media/image35.svg" /><Relationship Id="rId86" Type="http://schemas.openxmlformats.org/officeDocument/2006/relationships/image" Target="../media/image36.png" /><Relationship Id="rId87" Type="http://schemas.openxmlformats.org/officeDocument/2006/relationships/image" Target="../media/image37.svg" /><Relationship Id="rId88" Type="http://schemas.openxmlformats.org/officeDocument/2006/relationships/image" Target="../media/image38.png" /><Relationship Id="rId89" Type="http://schemas.openxmlformats.org/officeDocument/2006/relationships/image" Target="../media/image39.svg" /><Relationship Id="rId90" Type="http://schemas.openxmlformats.org/officeDocument/2006/relationships/image" Target="../media/image40.png" /><Relationship Id="rId91" Type="http://schemas.openxmlformats.org/officeDocument/2006/relationships/image" Target="../media/image41.svg" /><Relationship Id="rId92" Type="http://schemas.openxmlformats.org/officeDocument/2006/relationships/image" Target="../media/image42.png" /><Relationship Id="rId93" Type="http://schemas.openxmlformats.org/officeDocument/2006/relationships/image" Target="../media/image43.svg" /><Relationship Id="rId94" Type="http://schemas.openxmlformats.org/officeDocument/2006/relationships/image" Target="../media/image44.png" /><Relationship Id="rId95" Type="http://schemas.openxmlformats.org/officeDocument/2006/relationships/image" Target="../media/image45.svg" /><Relationship Id="rId96" Type="http://schemas.openxmlformats.org/officeDocument/2006/relationships/image" Target="../media/image46.png" /><Relationship Id="rId97" Type="http://schemas.openxmlformats.org/officeDocument/2006/relationships/image" Target="../media/image47.svg" /><Relationship Id="rId98" Type="http://schemas.openxmlformats.org/officeDocument/2006/relationships/image" Target="../media/image48.png" /><Relationship Id="rId99" Type="http://schemas.openxmlformats.org/officeDocument/2006/relationships/image" Target="../media/image49.svg" /><Relationship Id="rId100" Type="http://schemas.openxmlformats.org/officeDocument/2006/relationships/image" Target="../media/image52.png" /><Relationship Id="rId101" Type="http://schemas.openxmlformats.org/officeDocument/2006/relationships/image" Target="../media/image53.svg" /><Relationship Id="rId102" Type="http://schemas.openxmlformats.org/officeDocument/2006/relationships/image" Target="../media/image54.png" /><Relationship Id="rId103" Type="http://schemas.openxmlformats.org/officeDocument/2006/relationships/image" Target="../media/image55.svg" /><Relationship Id="rId104" Type="http://schemas.openxmlformats.org/officeDocument/2006/relationships/image" Target="../media/image56.png" /><Relationship Id="rId105" Type="http://schemas.openxmlformats.org/officeDocument/2006/relationships/image" Target="../media/image57.svg" /><Relationship Id="rId106" Type="http://schemas.openxmlformats.org/officeDocument/2006/relationships/image" Target="../media/image58.png" /><Relationship Id="rId107" Type="http://schemas.openxmlformats.org/officeDocument/2006/relationships/image" Target="../media/image59.svg" /><Relationship Id="rId108" Type="http://schemas.openxmlformats.org/officeDocument/2006/relationships/image" Target="../media/image60.png" /><Relationship Id="rId109" Type="http://schemas.openxmlformats.org/officeDocument/2006/relationships/image" Target="../media/image61.svg" /><Relationship Id="rId110" Type="http://schemas.openxmlformats.org/officeDocument/2006/relationships/image" Target="../media/image1.png" /><Relationship Id="rId111" Type="http://schemas.openxmlformats.org/officeDocument/2006/relationships/image" Target="../media/image62.svg" /><Relationship Id="rId112" Type="http://schemas.openxmlformats.org/officeDocument/2006/relationships/image" Target="../media/image69.png" /><Relationship Id="rId113" Type="http://schemas.openxmlformats.org/officeDocument/2006/relationships/image" Target="../media/image70.png" /><Relationship Id="rId114" Type="http://schemas.openxmlformats.org/officeDocument/2006/relationships/image" Target="../media/image71.svg" /><Relationship Id="rId115" Type="http://schemas.openxmlformats.org/officeDocument/2006/relationships/image" Target="../media/image72.png" /><Relationship Id="rId116" Type="http://schemas.openxmlformats.org/officeDocument/2006/relationships/image" Target="../media/image73.svg" /><Relationship Id="rId117" Type="http://schemas.openxmlformats.org/officeDocument/2006/relationships/image" Target="../media/image74.png" /><Relationship Id="rId118" Type="http://schemas.openxmlformats.org/officeDocument/2006/relationships/image" Target="../media/image75.svg" /><Relationship Id="rId119" Type="http://schemas.openxmlformats.org/officeDocument/2006/relationships/image" Target="../media/image70.png" /><Relationship Id="rId120" Type="http://schemas.openxmlformats.org/officeDocument/2006/relationships/image" Target="../media/image71.svg" /></Relationships>
</file>

<file path=ppt/slides/_rels/slide27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2" Type="http://schemas.openxmlformats.org/officeDocument/2006/relationships/notesSlide" Target="../notesSlides/notesSlide50.xml" /><Relationship Id="rId6" Type="http://schemas.openxmlformats.org/officeDocument/2006/relationships/image" Target="../media/image6.png" /><Relationship Id="rId12" Type="http://schemas.openxmlformats.org/officeDocument/2006/relationships/image" Target="../media/image7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18" Type="http://schemas.openxmlformats.org/officeDocument/2006/relationships/image" Target="../media/image1.png" /><Relationship Id="rId20" Type="http://schemas.openxmlformats.org/officeDocument/2006/relationships/image" Target="../media/image2.svg" /><Relationship Id="rId50" Type="http://schemas.openxmlformats.org/officeDocument/2006/relationships/image" Target="../media/image22.png" /><Relationship Id="rId63" Type="http://schemas.openxmlformats.org/officeDocument/2006/relationships/image" Target="../media/image23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69" Type="http://schemas.openxmlformats.org/officeDocument/2006/relationships/image" Target="../media/image27.svg" /><Relationship Id="rId76" Type="http://schemas.openxmlformats.org/officeDocument/2006/relationships/image" Target="../media/image28.png" /><Relationship Id="rId78" Type="http://schemas.openxmlformats.org/officeDocument/2006/relationships/image" Target="../media/image29.svg" /><Relationship Id="rId79" Type="http://schemas.openxmlformats.org/officeDocument/2006/relationships/image" Target="../media/image30.png" /><Relationship Id="rId80" Type="http://schemas.openxmlformats.org/officeDocument/2006/relationships/image" Target="../media/image31.svg" /><Relationship Id="rId81" Type="http://schemas.openxmlformats.org/officeDocument/2006/relationships/image" Target="../media/image32.png" /><Relationship Id="rId82" Type="http://schemas.openxmlformats.org/officeDocument/2006/relationships/image" Target="../media/image33.svg" /><Relationship Id="rId83" Type="http://schemas.openxmlformats.org/officeDocument/2006/relationships/image" Target="../media/image34.png" /><Relationship Id="rId84" Type="http://schemas.openxmlformats.org/officeDocument/2006/relationships/image" Target="../media/image35.svg" /><Relationship Id="rId85" Type="http://schemas.openxmlformats.org/officeDocument/2006/relationships/image" Target="../media/image36.png" /><Relationship Id="rId86" Type="http://schemas.openxmlformats.org/officeDocument/2006/relationships/image" Target="../media/image37.svg" /><Relationship Id="rId87" Type="http://schemas.openxmlformats.org/officeDocument/2006/relationships/image" Target="../media/image38.png" /><Relationship Id="rId88" Type="http://schemas.openxmlformats.org/officeDocument/2006/relationships/image" Target="../media/image39.svg" /><Relationship Id="rId89" Type="http://schemas.openxmlformats.org/officeDocument/2006/relationships/image" Target="../media/image40.png" /><Relationship Id="rId90" Type="http://schemas.openxmlformats.org/officeDocument/2006/relationships/image" Target="../media/image41.svg" /><Relationship Id="rId91" Type="http://schemas.openxmlformats.org/officeDocument/2006/relationships/image" Target="../media/image42.png" /><Relationship Id="rId92" Type="http://schemas.openxmlformats.org/officeDocument/2006/relationships/image" Target="../media/image43.svg" /><Relationship Id="rId93" Type="http://schemas.openxmlformats.org/officeDocument/2006/relationships/image" Target="../media/image44.png" /><Relationship Id="rId94" Type="http://schemas.openxmlformats.org/officeDocument/2006/relationships/image" Target="../media/image45.svg" /><Relationship Id="rId95" Type="http://schemas.openxmlformats.org/officeDocument/2006/relationships/image" Target="../media/image46.png" /><Relationship Id="rId96" Type="http://schemas.openxmlformats.org/officeDocument/2006/relationships/image" Target="../media/image47.svg" /><Relationship Id="rId97" Type="http://schemas.openxmlformats.org/officeDocument/2006/relationships/image" Target="../media/image48.png" /><Relationship Id="rId98" Type="http://schemas.openxmlformats.org/officeDocument/2006/relationships/image" Target="../media/image49.svg" /><Relationship Id="rId99" Type="http://schemas.openxmlformats.org/officeDocument/2006/relationships/image" Target="../media/image52.png" /><Relationship Id="rId100" Type="http://schemas.openxmlformats.org/officeDocument/2006/relationships/image" Target="../media/image53.svg" /><Relationship Id="rId101" Type="http://schemas.openxmlformats.org/officeDocument/2006/relationships/image" Target="../media/image54.png" /><Relationship Id="rId102" Type="http://schemas.openxmlformats.org/officeDocument/2006/relationships/image" Target="../media/image55.svg" /><Relationship Id="rId103" Type="http://schemas.openxmlformats.org/officeDocument/2006/relationships/image" Target="../media/image56.png" /><Relationship Id="rId104" Type="http://schemas.openxmlformats.org/officeDocument/2006/relationships/image" Target="../media/image57.svg" /><Relationship Id="rId105" Type="http://schemas.openxmlformats.org/officeDocument/2006/relationships/image" Target="../media/image58.png" /><Relationship Id="rId106" Type="http://schemas.openxmlformats.org/officeDocument/2006/relationships/image" Target="../media/image59.svg" /><Relationship Id="rId107" Type="http://schemas.openxmlformats.org/officeDocument/2006/relationships/image" Target="../media/image60.png" /><Relationship Id="rId108" Type="http://schemas.openxmlformats.org/officeDocument/2006/relationships/image" Target="../media/image61.svg" /><Relationship Id="rId109" Type="http://schemas.openxmlformats.org/officeDocument/2006/relationships/image" Target="../media/image1.png" /><Relationship Id="rId110" Type="http://schemas.openxmlformats.org/officeDocument/2006/relationships/image" Target="../media/image62.svg" /><Relationship Id="rId111" Type="http://schemas.openxmlformats.org/officeDocument/2006/relationships/image" Target="../media/image70.png" /><Relationship Id="rId112" Type="http://schemas.openxmlformats.org/officeDocument/2006/relationships/image" Target="../media/image71.svg" /><Relationship Id="rId113" Type="http://schemas.openxmlformats.org/officeDocument/2006/relationships/image" Target="../media/image72.png" /><Relationship Id="rId114" Type="http://schemas.openxmlformats.org/officeDocument/2006/relationships/image" Target="../media/image73.svg" /><Relationship Id="rId115" Type="http://schemas.openxmlformats.org/officeDocument/2006/relationships/image" Target="../media/image74.png" /><Relationship Id="rId116" Type="http://schemas.openxmlformats.org/officeDocument/2006/relationships/image" Target="../media/image75.svg" /><Relationship Id="rId117" Type="http://schemas.openxmlformats.org/officeDocument/2006/relationships/image" Target="../media/image70.png" /><Relationship Id="rId118" Type="http://schemas.openxmlformats.org/officeDocument/2006/relationships/image" Target="../media/image71.svg" /></Relationships>
</file>

<file path=ppt/slides/_rels/slide28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4" Type="http://schemas.openxmlformats.org/officeDocument/2006/relationships/notesSlide" Target="../notesSlides/notesSlide52.xml" /><Relationship Id="rId6" Type="http://schemas.openxmlformats.org/officeDocument/2006/relationships/image" Target="../media/image4.png" /><Relationship Id="rId12" Type="http://schemas.openxmlformats.org/officeDocument/2006/relationships/image" Target="../media/image5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18" Type="http://schemas.openxmlformats.org/officeDocument/2006/relationships/image" Target="../media/image1.png" /><Relationship Id="rId20" Type="http://schemas.openxmlformats.org/officeDocument/2006/relationships/image" Target="../media/image2.svg" /><Relationship Id="rId22" Type="http://schemas.openxmlformats.org/officeDocument/2006/relationships/image" Target="../media/image24.png" /><Relationship Id="rId63" Type="http://schemas.openxmlformats.org/officeDocument/2006/relationships/image" Target="../media/image25.svg" /><Relationship Id="rId65" Type="http://schemas.openxmlformats.org/officeDocument/2006/relationships/image" Target="../media/image26.png" /><Relationship Id="rId68" Type="http://schemas.openxmlformats.org/officeDocument/2006/relationships/image" Target="../media/image27.svg" /><Relationship Id="rId69" Type="http://schemas.openxmlformats.org/officeDocument/2006/relationships/image" Target="../media/image28.png" /><Relationship Id="rId76" Type="http://schemas.openxmlformats.org/officeDocument/2006/relationships/image" Target="../media/image29.svg" /><Relationship Id="rId78" Type="http://schemas.openxmlformats.org/officeDocument/2006/relationships/image" Target="../media/image30.png" /><Relationship Id="rId79" Type="http://schemas.openxmlformats.org/officeDocument/2006/relationships/image" Target="../media/image31.svg" /><Relationship Id="rId80" Type="http://schemas.openxmlformats.org/officeDocument/2006/relationships/image" Target="../media/image32.png" /><Relationship Id="rId81" Type="http://schemas.openxmlformats.org/officeDocument/2006/relationships/image" Target="../media/image33.svg" /><Relationship Id="rId82" Type="http://schemas.openxmlformats.org/officeDocument/2006/relationships/image" Target="../media/image34.png" /><Relationship Id="rId83" Type="http://schemas.openxmlformats.org/officeDocument/2006/relationships/image" Target="../media/image35.svg" /><Relationship Id="rId84" Type="http://schemas.openxmlformats.org/officeDocument/2006/relationships/image" Target="../media/image36.png" /><Relationship Id="rId85" Type="http://schemas.openxmlformats.org/officeDocument/2006/relationships/image" Target="../media/image37.svg" /><Relationship Id="rId86" Type="http://schemas.openxmlformats.org/officeDocument/2006/relationships/image" Target="../media/image38.png" /><Relationship Id="rId87" Type="http://schemas.openxmlformats.org/officeDocument/2006/relationships/image" Target="../media/image39.svg" /><Relationship Id="rId88" Type="http://schemas.openxmlformats.org/officeDocument/2006/relationships/image" Target="../media/image40.png" /><Relationship Id="rId89" Type="http://schemas.openxmlformats.org/officeDocument/2006/relationships/image" Target="../media/image41.svg" /><Relationship Id="rId90" Type="http://schemas.openxmlformats.org/officeDocument/2006/relationships/image" Target="../media/image42.png" /><Relationship Id="rId91" Type="http://schemas.openxmlformats.org/officeDocument/2006/relationships/image" Target="../media/image43.svg" /><Relationship Id="rId92" Type="http://schemas.openxmlformats.org/officeDocument/2006/relationships/image" Target="../media/image44.png" /><Relationship Id="rId93" Type="http://schemas.openxmlformats.org/officeDocument/2006/relationships/image" Target="../media/image45.svg" /><Relationship Id="rId94" Type="http://schemas.openxmlformats.org/officeDocument/2006/relationships/image" Target="../media/image46.png" /><Relationship Id="rId95" Type="http://schemas.openxmlformats.org/officeDocument/2006/relationships/image" Target="../media/image47.svg" /><Relationship Id="rId96" Type="http://schemas.openxmlformats.org/officeDocument/2006/relationships/image" Target="../media/image48.png" /><Relationship Id="rId97" Type="http://schemas.openxmlformats.org/officeDocument/2006/relationships/image" Target="../media/image49.svg" /><Relationship Id="rId98" Type="http://schemas.openxmlformats.org/officeDocument/2006/relationships/image" Target="../media/image50.png" /><Relationship Id="rId99" Type="http://schemas.openxmlformats.org/officeDocument/2006/relationships/image" Target="../media/image51.svg" /><Relationship Id="rId100" Type="http://schemas.openxmlformats.org/officeDocument/2006/relationships/image" Target="../media/image52.png" /><Relationship Id="rId101" Type="http://schemas.openxmlformats.org/officeDocument/2006/relationships/image" Target="../media/image53.svg" /><Relationship Id="rId102" Type="http://schemas.openxmlformats.org/officeDocument/2006/relationships/image" Target="../media/image54.png" /><Relationship Id="rId103" Type="http://schemas.openxmlformats.org/officeDocument/2006/relationships/image" Target="../media/image55.svg" /><Relationship Id="rId104" Type="http://schemas.openxmlformats.org/officeDocument/2006/relationships/image" Target="../media/image56.png" /><Relationship Id="rId105" Type="http://schemas.openxmlformats.org/officeDocument/2006/relationships/image" Target="../media/image57.svg" /><Relationship Id="rId106" Type="http://schemas.openxmlformats.org/officeDocument/2006/relationships/image" Target="../media/image58.png" /><Relationship Id="rId107" Type="http://schemas.openxmlformats.org/officeDocument/2006/relationships/image" Target="../media/image59.svg" /><Relationship Id="rId108" Type="http://schemas.openxmlformats.org/officeDocument/2006/relationships/image" Target="../media/image60.png" /><Relationship Id="rId109" Type="http://schemas.openxmlformats.org/officeDocument/2006/relationships/image" Target="../media/image61.svg" /><Relationship Id="rId110" Type="http://schemas.openxmlformats.org/officeDocument/2006/relationships/image" Target="../media/image1.png" /><Relationship Id="rId111" Type="http://schemas.openxmlformats.org/officeDocument/2006/relationships/image" Target="../media/image62.svg" /><Relationship Id="rId112" Type="http://schemas.openxmlformats.org/officeDocument/2006/relationships/image" Target="../media/image67.jpg" /><Relationship Id="rId113" Type="http://schemas.openxmlformats.org/officeDocument/2006/relationships/image" Target="../media/image70.png" /><Relationship Id="rId114" Type="http://schemas.openxmlformats.org/officeDocument/2006/relationships/image" Target="../media/image71.svg" /><Relationship Id="rId115" Type="http://schemas.openxmlformats.org/officeDocument/2006/relationships/image" Target="../media/image72.png" /><Relationship Id="rId116" Type="http://schemas.openxmlformats.org/officeDocument/2006/relationships/image" Target="../media/image73.svg" /><Relationship Id="rId117" Type="http://schemas.openxmlformats.org/officeDocument/2006/relationships/image" Target="../media/image74.png" /><Relationship Id="rId118" Type="http://schemas.openxmlformats.org/officeDocument/2006/relationships/image" Target="../media/image75.svg" /><Relationship Id="rId119" Type="http://schemas.openxmlformats.org/officeDocument/2006/relationships/image" Target="../media/image70.png" /><Relationship Id="rId120" Type="http://schemas.openxmlformats.org/officeDocument/2006/relationships/image" Target="../media/image71.svg" /></Relationships>
</file>

<file path=ppt/slides/_rels/slide29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2" Type="http://schemas.openxmlformats.org/officeDocument/2006/relationships/notesSlide" Target="../notesSlides/notesSlide54.xml" /><Relationship Id="rId6" Type="http://schemas.openxmlformats.org/officeDocument/2006/relationships/image" Target="../media/image6.png" /><Relationship Id="rId12" Type="http://schemas.openxmlformats.org/officeDocument/2006/relationships/image" Target="../media/image7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18" Type="http://schemas.openxmlformats.org/officeDocument/2006/relationships/image" Target="../media/image1.png" /><Relationship Id="rId20" Type="http://schemas.openxmlformats.org/officeDocument/2006/relationships/image" Target="../media/image2.svg" /><Relationship Id="rId50" Type="http://schemas.openxmlformats.org/officeDocument/2006/relationships/image" Target="../media/image22.png" /><Relationship Id="rId63" Type="http://schemas.openxmlformats.org/officeDocument/2006/relationships/image" Target="../media/image23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69" Type="http://schemas.openxmlformats.org/officeDocument/2006/relationships/image" Target="../media/image27.svg" /><Relationship Id="rId76" Type="http://schemas.openxmlformats.org/officeDocument/2006/relationships/image" Target="../media/image28.png" /><Relationship Id="rId78" Type="http://schemas.openxmlformats.org/officeDocument/2006/relationships/image" Target="../media/image29.svg" /><Relationship Id="rId79" Type="http://schemas.openxmlformats.org/officeDocument/2006/relationships/image" Target="../media/image30.png" /><Relationship Id="rId80" Type="http://schemas.openxmlformats.org/officeDocument/2006/relationships/image" Target="../media/image31.svg" /><Relationship Id="rId81" Type="http://schemas.openxmlformats.org/officeDocument/2006/relationships/image" Target="../media/image32.png" /><Relationship Id="rId82" Type="http://schemas.openxmlformats.org/officeDocument/2006/relationships/image" Target="../media/image33.svg" /><Relationship Id="rId83" Type="http://schemas.openxmlformats.org/officeDocument/2006/relationships/image" Target="../media/image34.png" /><Relationship Id="rId84" Type="http://schemas.openxmlformats.org/officeDocument/2006/relationships/image" Target="../media/image35.svg" /><Relationship Id="rId85" Type="http://schemas.openxmlformats.org/officeDocument/2006/relationships/image" Target="../media/image36.png" /><Relationship Id="rId86" Type="http://schemas.openxmlformats.org/officeDocument/2006/relationships/image" Target="../media/image37.svg" /><Relationship Id="rId87" Type="http://schemas.openxmlformats.org/officeDocument/2006/relationships/image" Target="../media/image38.png" /><Relationship Id="rId88" Type="http://schemas.openxmlformats.org/officeDocument/2006/relationships/image" Target="../media/image39.svg" /><Relationship Id="rId89" Type="http://schemas.openxmlformats.org/officeDocument/2006/relationships/image" Target="../media/image40.png" /><Relationship Id="rId90" Type="http://schemas.openxmlformats.org/officeDocument/2006/relationships/image" Target="../media/image41.svg" /><Relationship Id="rId91" Type="http://schemas.openxmlformats.org/officeDocument/2006/relationships/image" Target="../media/image42.png" /><Relationship Id="rId92" Type="http://schemas.openxmlformats.org/officeDocument/2006/relationships/image" Target="../media/image43.svg" /><Relationship Id="rId93" Type="http://schemas.openxmlformats.org/officeDocument/2006/relationships/image" Target="../media/image44.png" /><Relationship Id="rId94" Type="http://schemas.openxmlformats.org/officeDocument/2006/relationships/image" Target="../media/image45.svg" /><Relationship Id="rId95" Type="http://schemas.openxmlformats.org/officeDocument/2006/relationships/image" Target="../media/image46.png" /><Relationship Id="rId96" Type="http://schemas.openxmlformats.org/officeDocument/2006/relationships/image" Target="../media/image47.svg" /><Relationship Id="rId97" Type="http://schemas.openxmlformats.org/officeDocument/2006/relationships/image" Target="../media/image48.png" /><Relationship Id="rId98" Type="http://schemas.openxmlformats.org/officeDocument/2006/relationships/image" Target="../media/image49.svg" /><Relationship Id="rId99" Type="http://schemas.openxmlformats.org/officeDocument/2006/relationships/image" Target="../media/image52.png" /><Relationship Id="rId100" Type="http://schemas.openxmlformats.org/officeDocument/2006/relationships/image" Target="../media/image53.svg" /><Relationship Id="rId101" Type="http://schemas.openxmlformats.org/officeDocument/2006/relationships/image" Target="../media/image54.png" /><Relationship Id="rId102" Type="http://schemas.openxmlformats.org/officeDocument/2006/relationships/image" Target="../media/image55.svg" /><Relationship Id="rId103" Type="http://schemas.openxmlformats.org/officeDocument/2006/relationships/image" Target="../media/image56.png" /><Relationship Id="rId104" Type="http://schemas.openxmlformats.org/officeDocument/2006/relationships/image" Target="../media/image57.svg" /><Relationship Id="rId105" Type="http://schemas.openxmlformats.org/officeDocument/2006/relationships/image" Target="../media/image58.png" /><Relationship Id="rId106" Type="http://schemas.openxmlformats.org/officeDocument/2006/relationships/image" Target="../media/image59.svg" /><Relationship Id="rId107" Type="http://schemas.openxmlformats.org/officeDocument/2006/relationships/image" Target="../media/image60.png" /><Relationship Id="rId108" Type="http://schemas.openxmlformats.org/officeDocument/2006/relationships/image" Target="../media/image61.svg" /><Relationship Id="rId109" Type="http://schemas.openxmlformats.org/officeDocument/2006/relationships/image" Target="../media/image1.png" /><Relationship Id="rId110" Type="http://schemas.openxmlformats.org/officeDocument/2006/relationships/image" Target="../media/image62.svg" /><Relationship Id="rId111" Type="http://schemas.openxmlformats.org/officeDocument/2006/relationships/image" Target="../media/image70.png" /><Relationship Id="rId112" Type="http://schemas.openxmlformats.org/officeDocument/2006/relationships/image" Target="../media/image71.svg" /><Relationship Id="rId113" Type="http://schemas.openxmlformats.org/officeDocument/2006/relationships/image" Target="../media/image72.png" /><Relationship Id="rId114" Type="http://schemas.openxmlformats.org/officeDocument/2006/relationships/image" Target="../media/image73.svg" /><Relationship Id="rId115" Type="http://schemas.openxmlformats.org/officeDocument/2006/relationships/image" Target="../media/image74.png" /><Relationship Id="rId116" Type="http://schemas.openxmlformats.org/officeDocument/2006/relationships/image" Target="../media/image75.svg" /><Relationship Id="rId117" Type="http://schemas.openxmlformats.org/officeDocument/2006/relationships/image" Target="../media/image70.png" /><Relationship Id="rId118" Type="http://schemas.openxmlformats.org/officeDocument/2006/relationships/image" Target="../media/image71.svg" /></Relationships>
</file>

<file path=ppt/slides/_rels/slide30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2" Type="http://schemas.openxmlformats.org/officeDocument/2006/relationships/notesSlide" Target="../notesSlides/notesSlide56.xml" /><Relationship Id="rId6" Type="http://schemas.openxmlformats.org/officeDocument/2006/relationships/image" Target="../media/image6.png" /><Relationship Id="rId12" Type="http://schemas.openxmlformats.org/officeDocument/2006/relationships/image" Target="../media/image7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18" Type="http://schemas.openxmlformats.org/officeDocument/2006/relationships/image" Target="../media/image1.png" /><Relationship Id="rId20" Type="http://schemas.openxmlformats.org/officeDocument/2006/relationships/image" Target="../media/image2.svg" /><Relationship Id="rId50" Type="http://schemas.openxmlformats.org/officeDocument/2006/relationships/image" Target="../media/image22.png" /><Relationship Id="rId63" Type="http://schemas.openxmlformats.org/officeDocument/2006/relationships/image" Target="../media/image23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69" Type="http://schemas.openxmlformats.org/officeDocument/2006/relationships/image" Target="../media/image27.svg" /><Relationship Id="rId76" Type="http://schemas.openxmlformats.org/officeDocument/2006/relationships/image" Target="../media/image28.png" /><Relationship Id="rId78" Type="http://schemas.openxmlformats.org/officeDocument/2006/relationships/image" Target="../media/image29.svg" /><Relationship Id="rId79" Type="http://schemas.openxmlformats.org/officeDocument/2006/relationships/image" Target="../media/image30.png" /><Relationship Id="rId80" Type="http://schemas.openxmlformats.org/officeDocument/2006/relationships/image" Target="../media/image31.svg" /><Relationship Id="rId81" Type="http://schemas.openxmlformats.org/officeDocument/2006/relationships/image" Target="../media/image32.png" /><Relationship Id="rId82" Type="http://schemas.openxmlformats.org/officeDocument/2006/relationships/image" Target="../media/image33.svg" /><Relationship Id="rId83" Type="http://schemas.openxmlformats.org/officeDocument/2006/relationships/image" Target="../media/image34.png" /><Relationship Id="rId84" Type="http://schemas.openxmlformats.org/officeDocument/2006/relationships/image" Target="../media/image35.svg" /><Relationship Id="rId85" Type="http://schemas.openxmlformats.org/officeDocument/2006/relationships/image" Target="../media/image36.png" /><Relationship Id="rId86" Type="http://schemas.openxmlformats.org/officeDocument/2006/relationships/image" Target="../media/image37.svg" /><Relationship Id="rId87" Type="http://schemas.openxmlformats.org/officeDocument/2006/relationships/image" Target="../media/image38.png" /><Relationship Id="rId88" Type="http://schemas.openxmlformats.org/officeDocument/2006/relationships/image" Target="../media/image39.svg" /><Relationship Id="rId89" Type="http://schemas.openxmlformats.org/officeDocument/2006/relationships/image" Target="../media/image40.png" /><Relationship Id="rId90" Type="http://schemas.openxmlformats.org/officeDocument/2006/relationships/image" Target="../media/image41.svg" /><Relationship Id="rId91" Type="http://schemas.openxmlformats.org/officeDocument/2006/relationships/image" Target="../media/image42.png" /><Relationship Id="rId92" Type="http://schemas.openxmlformats.org/officeDocument/2006/relationships/image" Target="../media/image43.svg" /><Relationship Id="rId93" Type="http://schemas.openxmlformats.org/officeDocument/2006/relationships/image" Target="../media/image44.png" /><Relationship Id="rId94" Type="http://schemas.openxmlformats.org/officeDocument/2006/relationships/image" Target="../media/image45.svg" /><Relationship Id="rId95" Type="http://schemas.openxmlformats.org/officeDocument/2006/relationships/image" Target="../media/image46.png" /><Relationship Id="rId96" Type="http://schemas.openxmlformats.org/officeDocument/2006/relationships/image" Target="../media/image47.svg" /><Relationship Id="rId97" Type="http://schemas.openxmlformats.org/officeDocument/2006/relationships/image" Target="../media/image48.png" /><Relationship Id="rId98" Type="http://schemas.openxmlformats.org/officeDocument/2006/relationships/image" Target="../media/image49.svg" /><Relationship Id="rId99" Type="http://schemas.openxmlformats.org/officeDocument/2006/relationships/image" Target="../media/image52.png" /><Relationship Id="rId100" Type="http://schemas.openxmlformats.org/officeDocument/2006/relationships/image" Target="../media/image53.svg" /><Relationship Id="rId101" Type="http://schemas.openxmlformats.org/officeDocument/2006/relationships/image" Target="../media/image54.png" /><Relationship Id="rId102" Type="http://schemas.openxmlformats.org/officeDocument/2006/relationships/image" Target="../media/image55.svg" /><Relationship Id="rId103" Type="http://schemas.openxmlformats.org/officeDocument/2006/relationships/image" Target="../media/image56.png" /><Relationship Id="rId104" Type="http://schemas.openxmlformats.org/officeDocument/2006/relationships/image" Target="../media/image57.svg" /><Relationship Id="rId105" Type="http://schemas.openxmlformats.org/officeDocument/2006/relationships/image" Target="../media/image58.png" /><Relationship Id="rId106" Type="http://schemas.openxmlformats.org/officeDocument/2006/relationships/image" Target="../media/image59.svg" /><Relationship Id="rId107" Type="http://schemas.openxmlformats.org/officeDocument/2006/relationships/image" Target="../media/image60.png" /><Relationship Id="rId108" Type="http://schemas.openxmlformats.org/officeDocument/2006/relationships/image" Target="../media/image61.svg" /><Relationship Id="rId109" Type="http://schemas.openxmlformats.org/officeDocument/2006/relationships/image" Target="../media/image1.png" /><Relationship Id="rId110" Type="http://schemas.openxmlformats.org/officeDocument/2006/relationships/image" Target="../media/image62.svg" /><Relationship Id="rId111" Type="http://schemas.openxmlformats.org/officeDocument/2006/relationships/image" Target="../media/image70.png" /><Relationship Id="rId112" Type="http://schemas.openxmlformats.org/officeDocument/2006/relationships/image" Target="../media/image71.svg" /><Relationship Id="rId113" Type="http://schemas.openxmlformats.org/officeDocument/2006/relationships/image" Target="../media/image72.png" /><Relationship Id="rId114" Type="http://schemas.openxmlformats.org/officeDocument/2006/relationships/image" Target="../media/image73.svg" /><Relationship Id="rId115" Type="http://schemas.openxmlformats.org/officeDocument/2006/relationships/image" Target="../media/image74.png" /><Relationship Id="rId116" Type="http://schemas.openxmlformats.org/officeDocument/2006/relationships/image" Target="../media/image75.svg" /><Relationship Id="rId117" Type="http://schemas.openxmlformats.org/officeDocument/2006/relationships/image" Target="../media/image70.png" /><Relationship Id="rId118" Type="http://schemas.openxmlformats.org/officeDocument/2006/relationships/image" Target="../media/image71.svg" /></Relationships>
</file>

<file path=ppt/slides/_rels/slide3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2" Type="http://schemas.openxmlformats.org/officeDocument/2006/relationships/notesSlide" Target="../notesSlides/notesSlide58.xml" /><Relationship Id="rId6" Type="http://schemas.openxmlformats.org/officeDocument/2006/relationships/image" Target="../media/image6.png" /><Relationship Id="rId12" Type="http://schemas.openxmlformats.org/officeDocument/2006/relationships/image" Target="../media/image7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18" Type="http://schemas.openxmlformats.org/officeDocument/2006/relationships/image" Target="../media/image1.png" /><Relationship Id="rId20" Type="http://schemas.openxmlformats.org/officeDocument/2006/relationships/image" Target="../media/image2.svg" /><Relationship Id="rId50" Type="http://schemas.openxmlformats.org/officeDocument/2006/relationships/image" Target="../media/image22.png" /><Relationship Id="rId63" Type="http://schemas.openxmlformats.org/officeDocument/2006/relationships/image" Target="../media/image23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69" Type="http://schemas.openxmlformats.org/officeDocument/2006/relationships/image" Target="../media/image27.svg" /><Relationship Id="rId76" Type="http://schemas.openxmlformats.org/officeDocument/2006/relationships/image" Target="../media/image28.png" /><Relationship Id="rId78" Type="http://schemas.openxmlformats.org/officeDocument/2006/relationships/image" Target="../media/image29.svg" /><Relationship Id="rId79" Type="http://schemas.openxmlformats.org/officeDocument/2006/relationships/image" Target="../media/image30.png" /><Relationship Id="rId80" Type="http://schemas.openxmlformats.org/officeDocument/2006/relationships/image" Target="../media/image31.svg" /><Relationship Id="rId81" Type="http://schemas.openxmlformats.org/officeDocument/2006/relationships/image" Target="../media/image32.png" /><Relationship Id="rId82" Type="http://schemas.openxmlformats.org/officeDocument/2006/relationships/image" Target="../media/image33.svg" /><Relationship Id="rId83" Type="http://schemas.openxmlformats.org/officeDocument/2006/relationships/image" Target="../media/image34.png" /><Relationship Id="rId84" Type="http://schemas.openxmlformats.org/officeDocument/2006/relationships/image" Target="../media/image35.svg" /><Relationship Id="rId85" Type="http://schemas.openxmlformats.org/officeDocument/2006/relationships/image" Target="../media/image36.png" /><Relationship Id="rId86" Type="http://schemas.openxmlformats.org/officeDocument/2006/relationships/image" Target="../media/image37.svg" /><Relationship Id="rId87" Type="http://schemas.openxmlformats.org/officeDocument/2006/relationships/image" Target="../media/image38.png" /><Relationship Id="rId88" Type="http://schemas.openxmlformats.org/officeDocument/2006/relationships/image" Target="../media/image39.svg" /><Relationship Id="rId89" Type="http://schemas.openxmlformats.org/officeDocument/2006/relationships/image" Target="../media/image40.png" /><Relationship Id="rId90" Type="http://schemas.openxmlformats.org/officeDocument/2006/relationships/image" Target="../media/image41.svg" /><Relationship Id="rId91" Type="http://schemas.openxmlformats.org/officeDocument/2006/relationships/image" Target="../media/image42.png" /><Relationship Id="rId92" Type="http://schemas.openxmlformats.org/officeDocument/2006/relationships/image" Target="../media/image43.svg" /><Relationship Id="rId93" Type="http://schemas.openxmlformats.org/officeDocument/2006/relationships/image" Target="../media/image44.png" /><Relationship Id="rId94" Type="http://schemas.openxmlformats.org/officeDocument/2006/relationships/image" Target="../media/image45.svg" /><Relationship Id="rId95" Type="http://schemas.openxmlformats.org/officeDocument/2006/relationships/image" Target="../media/image46.png" /><Relationship Id="rId96" Type="http://schemas.openxmlformats.org/officeDocument/2006/relationships/image" Target="../media/image47.svg" /><Relationship Id="rId97" Type="http://schemas.openxmlformats.org/officeDocument/2006/relationships/image" Target="../media/image48.png" /><Relationship Id="rId98" Type="http://schemas.openxmlformats.org/officeDocument/2006/relationships/image" Target="../media/image49.svg" /><Relationship Id="rId99" Type="http://schemas.openxmlformats.org/officeDocument/2006/relationships/image" Target="../media/image52.png" /><Relationship Id="rId100" Type="http://schemas.openxmlformats.org/officeDocument/2006/relationships/image" Target="../media/image53.svg" /><Relationship Id="rId101" Type="http://schemas.openxmlformats.org/officeDocument/2006/relationships/image" Target="../media/image54.png" /><Relationship Id="rId102" Type="http://schemas.openxmlformats.org/officeDocument/2006/relationships/image" Target="../media/image55.svg" /><Relationship Id="rId103" Type="http://schemas.openxmlformats.org/officeDocument/2006/relationships/image" Target="../media/image56.png" /><Relationship Id="rId104" Type="http://schemas.openxmlformats.org/officeDocument/2006/relationships/image" Target="../media/image57.svg" /><Relationship Id="rId105" Type="http://schemas.openxmlformats.org/officeDocument/2006/relationships/image" Target="../media/image58.png" /><Relationship Id="rId106" Type="http://schemas.openxmlformats.org/officeDocument/2006/relationships/image" Target="../media/image59.svg" /><Relationship Id="rId107" Type="http://schemas.openxmlformats.org/officeDocument/2006/relationships/image" Target="../media/image60.png" /><Relationship Id="rId108" Type="http://schemas.openxmlformats.org/officeDocument/2006/relationships/image" Target="../media/image61.svg" /><Relationship Id="rId109" Type="http://schemas.openxmlformats.org/officeDocument/2006/relationships/image" Target="../media/image1.png" /><Relationship Id="rId110" Type="http://schemas.openxmlformats.org/officeDocument/2006/relationships/image" Target="../media/image62.svg" /><Relationship Id="rId111" Type="http://schemas.openxmlformats.org/officeDocument/2006/relationships/image" Target="../media/image70.png" /><Relationship Id="rId112" Type="http://schemas.openxmlformats.org/officeDocument/2006/relationships/image" Target="../media/image71.svg" /><Relationship Id="rId113" Type="http://schemas.openxmlformats.org/officeDocument/2006/relationships/image" Target="../media/image72.png" /><Relationship Id="rId114" Type="http://schemas.openxmlformats.org/officeDocument/2006/relationships/image" Target="../media/image73.svg" /><Relationship Id="rId115" Type="http://schemas.openxmlformats.org/officeDocument/2006/relationships/image" Target="../media/image74.png" /><Relationship Id="rId116" Type="http://schemas.openxmlformats.org/officeDocument/2006/relationships/image" Target="../media/image75.svg" /><Relationship Id="rId117" Type="http://schemas.openxmlformats.org/officeDocument/2006/relationships/image" Target="../media/image70.png" /><Relationship Id="rId118" Type="http://schemas.openxmlformats.org/officeDocument/2006/relationships/image" Target="../media/image71.svg" /></Relationships>
</file>

<file path=ppt/slides/_rels/slide3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2" Type="http://schemas.openxmlformats.org/officeDocument/2006/relationships/notesSlide" Target="../notesSlides/notesSlide60.xml" /><Relationship Id="rId6" Type="http://schemas.openxmlformats.org/officeDocument/2006/relationships/image" Target="../media/image6.png" /><Relationship Id="rId12" Type="http://schemas.openxmlformats.org/officeDocument/2006/relationships/image" Target="../media/image7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18" Type="http://schemas.openxmlformats.org/officeDocument/2006/relationships/image" Target="../media/image1.png" /><Relationship Id="rId22" Type="http://schemas.openxmlformats.org/officeDocument/2006/relationships/image" Target="../media/image2.svg" /><Relationship Id="rId50" Type="http://schemas.openxmlformats.org/officeDocument/2006/relationships/image" Target="../media/image20.png" /><Relationship Id="rId63" Type="http://schemas.openxmlformats.org/officeDocument/2006/relationships/image" Target="../media/image21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69" Type="http://schemas.openxmlformats.org/officeDocument/2006/relationships/image" Target="../media/image27.svg" /><Relationship Id="rId76" Type="http://schemas.openxmlformats.org/officeDocument/2006/relationships/image" Target="../media/image28.png" /><Relationship Id="rId78" Type="http://schemas.openxmlformats.org/officeDocument/2006/relationships/image" Target="../media/image29.svg" /><Relationship Id="rId79" Type="http://schemas.openxmlformats.org/officeDocument/2006/relationships/image" Target="../media/image30.png" /><Relationship Id="rId80" Type="http://schemas.openxmlformats.org/officeDocument/2006/relationships/image" Target="../media/image31.svg" /><Relationship Id="rId81" Type="http://schemas.openxmlformats.org/officeDocument/2006/relationships/image" Target="../media/image32.png" /><Relationship Id="rId82" Type="http://schemas.openxmlformats.org/officeDocument/2006/relationships/image" Target="../media/image33.svg" /><Relationship Id="rId83" Type="http://schemas.openxmlformats.org/officeDocument/2006/relationships/image" Target="../media/image34.png" /><Relationship Id="rId84" Type="http://schemas.openxmlformats.org/officeDocument/2006/relationships/image" Target="../media/image35.svg" /><Relationship Id="rId85" Type="http://schemas.openxmlformats.org/officeDocument/2006/relationships/image" Target="../media/image36.png" /><Relationship Id="rId86" Type="http://schemas.openxmlformats.org/officeDocument/2006/relationships/image" Target="../media/image37.svg" /><Relationship Id="rId87" Type="http://schemas.openxmlformats.org/officeDocument/2006/relationships/image" Target="../media/image38.png" /><Relationship Id="rId88" Type="http://schemas.openxmlformats.org/officeDocument/2006/relationships/image" Target="../media/image39.svg" /><Relationship Id="rId89" Type="http://schemas.openxmlformats.org/officeDocument/2006/relationships/image" Target="../media/image40.png" /><Relationship Id="rId90" Type="http://schemas.openxmlformats.org/officeDocument/2006/relationships/image" Target="../media/image41.svg" /><Relationship Id="rId91" Type="http://schemas.openxmlformats.org/officeDocument/2006/relationships/image" Target="../media/image42.png" /><Relationship Id="rId92" Type="http://schemas.openxmlformats.org/officeDocument/2006/relationships/image" Target="../media/image43.svg" /><Relationship Id="rId93" Type="http://schemas.openxmlformats.org/officeDocument/2006/relationships/image" Target="../media/image44.png" /><Relationship Id="rId94" Type="http://schemas.openxmlformats.org/officeDocument/2006/relationships/image" Target="../media/image45.svg" /><Relationship Id="rId95" Type="http://schemas.openxmlformats.org/officeDocument/2006/relationships/image" Target="../media/image46.png" /><Relationship Id="rId96" Type="http://schemas.openxmlformats.org/officeDocument/2006/relationships/image" Target="../media/image47.svg" /><Relationship Id="rId97" Type="http://schemas.openxmlformats.org/officeDocument/2006/relationships/image" Target="../media/image48.png" /><Relationship Id="rId98" Type="http://schemas.openxmlformats.org/officeDocument/2006/relationships/image" Target="../media/image49.svg" /><Relationship Id="rId99" Type="http://schemas.openxmlformats.org/officeDocument/2006/relationships/image" Target="../media/image52.png" /><Relationship Id="rId100" Type="http://schemas.openxmlformats.org/officeDocument/2006/relationships/image" Target="../media/image53.svg" /><Relationship Id="rId101" Type="http://schemas.openxmlformats.org/officeDocument/2006/relationships/image" Target="../media/image54.png" /><Relationship Id="rId102" Type="http://schemas.openxmlformats.org/officeDocument/2006/relationships/image" Target="../media/image55.svg" /><Relationship Id="rId103" Type="http://schemas.openxmlformats.org/officeDocument/2006/relationships/image" Target="../media/image56.png" /><Relationship Id="rId104" Type="http://schemas.openxmlformats.org/officeDocument/2006/relationships/image" Target="../media/image57.svg" /><Relationship Id="rId105" Type="http://schemas.openxmlformats.org/officeDocument/2006/relationships/image" Target="../media/image58.png" /><Relationship Id="rId106" Type="http://schemas.openxmlformats.org/officeDocument/2006/relationships/image" Target="../media/image59.svg" /><Relationship Id="rId107" Type="http://schemas.openxmlformats.org/officeDocument/2006/relationships/image" Target="../media/image60.png" /><Relationship Id="rId108" Type="http://schemas.openxmlformats.org/officeDocument/2006/relationships/image" Target="../media/image61.svg" /><Relationship Id="rId109" Type="http://schemas.openxmlformats.org/officeDocument/2006/relationships/image" Target="../media/image1.png" /><Relationship Id="rId110" Type="http://schemas.openxmlformats.org/officeDocument/2006/relationships/image" Target="../media/image62.svg" /><Relationship Id="rId111" Type="http://schemas.openxmlformats.org/officeDocument/2006/relationships/image" Target="../media/image70.png" /><Relationship Id="rId112" Type="http://schemas.openxmlformats.org/officeDocument/2006/relationships/image" Target="../media/image71.svg" /><Relationship Id="rId113" Type="http://schemas.openxmlformats.org/officeDocument/2006/relationships/image" Target="../media/image72.png" /><Relationship Id="rId114" Type="http://schemas.openxmlformats.org/officeDocument/2006/relationships/image" Target="../media/image73.svg" /><Relationship Id="rId115" Type="http://schemas.openxmlformats.org/officeDocument/2006/relationships/image" Target="../media/image74.png" /><Relationship Id="rId116" Type="http://schemas.openxmlformats.org/officeDocument/2006/relationships/image" Target="../media/image75.svg" /><Relationship Id="rId117" Type="http://schemas.openxmlformats.org/officeDocument/2006/relationships/image" Target="../media/image70.png" /><Relationship Id="rId118" Type="http://schemas.openxmlformats.org/officeDocument/2006/relationships/image" Target="../media/image71.svg" /></Relationships>
</file>

<file path=ppt/slides/_rels/slide33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77" Type="http://schemas.openxmlformats.org/officeDocument/2006/relationships/hyperlink" Target="" TargetMode="External" /><Relationship Id="rId4" Type="http://schemas.openxmlformats.org/officeDocument/2006/relationships/notesSlide" Target="../notesSlides/notesSlide62.xml" /><Relationship Id="rId6" Type="http://schemas.openxmlformats.org/officeDocument/2006/relationships/image" Target="../media/image4.png" /><Relationship Id="rId12" Type="http://schemas.openxmlformats.org/officeDocument/2006/relationships/image" Target="../media/image5.svg" /><Relationship Id="rId14" Type="http://schemas.openxmlformats.org/officeDocument/2006/relationships/image" Target="../media/image10.png" /><Relationship Id="rId16" Type="http://schemas.openxmlformats.org/officeDocument/2006/relationships/image" Target="../media/image11.svg" /><Relationship Id="rId18" Type="http://schemas.openxmlformats.org/officeDocument/2006/relationships/image" Target="../media/image1.png" /><Relationship Id="rId20" Type="http://schemas.openxmlformats.org/officeDocument/2006/relationships/image" Target="../media/image2.svg" /><Relationship Id="rId50" Type="http://schemas.openxmlformats.org/officeDocument/2006/relationships/image" Target="../media/image22.png" /><Relationship Id="rId63" Type="http://schemas.openxmlformats.org/officeDocument/2006/relationships/image" Target="../media/image23.svg" /><Relationship Id="rId65" Type="http://schemas.openxmlformats.org/officeDocument/2006/relationships/image" Target="../media/image24.png" /><Relationship Id="rId67" Type="http://schemas.openxmlformats.org/officeDocument/2006/relationships/image" Target="../media/image25.svg" /><Relationship Id="rId68" Type="http://schemas.openxmlformats.org/officeDocument/2006/relationships/image" Target="../media/image26.png" /><Relationship Id="rId69" Type="http://schemas.openxmlformats.org/officeDocument/2006/relationships/image" Target="../media/image27.svg" /><Relationship Id="rId76" Type="http://schemas.openxmlformats.org/officeDocument/2006/relationships/image" Target="../media/image28.png" /><Relationship Id="rId78" Type="http://schemas.openxmlformats.org/officeDocument/2006/relationships/image" Target="../media/image29.svg" /><Relationship Id="rId79" Type="http://schemas.openxmlformats.org/officeDocument/2006/relationships/image" Target="../media/image30.png" /><Relationship Id="rId80" Type="http://schemas.openxmlformats.org/officeDocument/2006/relationships/image" Target="../media/image31.svg" /><Relationship Id="rId81" Type="http://schemas.openxmlformats.org/officeDocument/2006/relationships/image" Target="../media/image32.png" /><Relationship Id="rId82" Type="http://schemas.openxmlformats.org/officeDocument/2006/relationships/image" Target="../media/image33.svg" /><Relationship Id="rId83" Type="http://schemas.openxmlformats.org/officeDocument/2006/relationships/image" Target="../media/image34.png" /><Relationship Id="rId84" Type="http://schemas.openxmlformats.org/officeDocument/2006/relationships/image" Target="../media/image35.svg" /><Relationship Id="rId85" Type="http://schemas.openxmlformats.org/officeDocument/2006/relationships/image" Target="../media/image36.png" /><Relationship Id="rId86" Type="http://schemas.openxmlformats.org/officeDocument/2006/relationships/image" Target="../media/image37.svg" /><Relationship Id="rId87" Type="http://schemas.openxmlformats.org/officeDocument/2006/relationships/image" Target="../media/image38.png" /><Relationship Id="rId88" Type="http://schemas.openxmlformats.org/officeDocument/2006/relationships/image" Target="../media/image39.svg" /><Relationship Id="rId89" Type="http://schemas.openxmlformats.org/officeDocument/2006/relationships/image" Target="../media/image40.png" /><Relationship Id="rId90" Type="http://schemas.openxmlformats.org/officeDocument/2006/relationships/image" Target="../media/image41.svg" /><Relationship Id="rId91" Type="http://schemas.openxmlformats.org/officeDocument/2006/relationships/image" Target="../media/image42.png" /><Relationship Id="rId92" Type="http://schemas.openxmlformats.org/officeDocument/2006/relationships/image" Target="../media/image43.svg" /><Relationship Id="rId93" Type="http://schemas.openxmlformats.org/officeDocument/2006/relationships/image" Target="../media/image44.png" /><Relationship Id="rId94" Type="http://schemas.openxmlformats.org/officeDocument/2006/relationships/image" Target="../media/image45.svg" /><Relationship Id="rId95" Type="http://schemas.openxmlformats.org/officeDocument/2006/relationships/image" Target="../media/image46.png" /><Relationship Id="rId96" Type="http://schemas.openxmlformats.org/officeDocument/2006/relationships/image" Target="../media/image47.svg" /><Relationship Id="rId97" Type="http://schemas.openxmlformats.org/officeDocument/2006/relationships/image" Target="../media/image48.png" /><Relationship Id="rId98" Type="http://schemas.openxmlformats.org/officeDocument/2006/relationships/image" Target="../media/image49.svg" /><Relationship Id="rId99" Type="http://schemas.openxmlformats.org/officeDocument/2006/relationships/image" Target="../media/image52.png" /><Relationship Id="rId100" Type="http://schemas.openxmlformats.org/officeDocument/2006/relationships/image" Target="../media/image53.svg" /><Relationship Id="rId101" Type="http://schemas.openxmlformats.org/officeDocument/2006/relationships/image" Target="../media/image54.png" /><Relationship Id="rId102" Type="http://schemas.openxmlformats.org/officeDocument/2006/relationships/image" Target="../media/image55.svg" /><Relationship Id="rId103" Type="http://schemas.openxmlformats.org/officeDocument/2006/relationships/image" Target="../media/image56.png" /><Relationship Id="rId104" Type="http://schemas.openxmlformats.org/officeDocument/2006/relationships/image" Target="../media/image57.svg" /><Relationship Id="rId105" Type="http://schemas.openxmlformats.org/officeDocument/2006/relationships/image" Target="../media/image58.png" /><Relationship Id="rId106" Type="http://schemas.openxmlformats.org/officeDocument/2006/relationships/image" Target="../media/image59.svg" /><Relationship Id="rId107" Type="http://schemas.openxmlformats.org/officeDocument/2006/relationships/image" Target="../media/image60.png" /><Relationship Id="rId108" Type="http://schemas.openxmlformats.org/officeDocument/2006/relationships/image" Target="../media/image61.svg" /><Relationship Id="rId109" Type="http://schemas.openxmlformats.org/officeDocument/2006/relationships/image" Target="../media/image1.png" /><Relationship Id="rId110" Type="http://schemas.openxmlformats.org/officeDocument/2006/relationships/image" Target="../media/image62.svg" /><Relationship Id="rId111" Type="http://schemas.openxmlformats.org/officeDocument/2006/relationships/image" Target="../media/image70.png" /><Relationship Id="rId112" Type="http://schemas.openxmlformats.org/officeDocument/2006/relationships/image" Target="../media/image71.svg" /><Relationship Id="rId113" Type="http://schemas.openxmlformats.org/officeDocument/2006/relationships/image" Target="../media/image72.png" /><Relationship Id="rId114" Type="http://schemas.openxmlformats.org/officeDocument/2006/relationships/image" Target="../media/image73.svg" /><Relationship Id="rId115" Type="http://schemas.openxmlformats.org/officeDocument/2006/relationships/image" Target="../media/image74.png" /><Relationship Id="rId116" Type="http://schemas.openxmlformats.org/officeDocument/2006/relationships/image" Target="../media/image75.svg" /><Relationship Id="rId117" Type="http://schemas.openxmlformats.org/officeDocument/2006/relationships/image" Target="../media/image70.png" /><Relationship Id="rId118" Type="http://schemas.openxmlformats.org/officeDocument/2006/relationships/image" Target="../media/image71.sv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7"/>
          <p:cNvSpPr>
            <a:spLocks noChangeAspect="1"/>
          </p:cNvSpPr>
          <p:nvPr/>
        </p:nvSpPr>
        <p:spPr bwMode="white">
          <a:xfrm>
            <a:off x="10" y="0"/>
            <a:ext cx="6083447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white">
          <a:xfrm>
            <a:off x="794092" y="640615"/>
            <a:ext cx="4284397" cy="5576770"/>
          </a:xfrm>
          <a:ln>
            <a:headEnd type="none"/>
            <a:tailEnd type="none"/>
          </a:ln>
        </p:spPr>
        <p:txBody>
          <a:bodyPr anchor="ctr" wrap="square">
            <a:normAutofit/>
          </a:bodyPr>
          <a:lstStyle/>
          <a:p>
            <a:pPr defTabSz="914400"/>
            <a:r>
              <a:rPr lang="en-US" sz="5100" dirty="0">
                <a:solidFill>
                  <a:schemeClr val="bg1"/>
                </a:solidFill>
              </a:rPr>
              <a:t>Conditional Access Policy Documentation</a:t>
            </a:r>
          </a:p>
        </p:txBody>
      </p:sp>
      <p:sp>
        <p:nvSpPr>
          <p:cNvPr id="15" name="Rectangle 9"/>
          <p:cNvSpPr>
            <a:spLocks noChangeAspect="1"/>
          </p:cNvSpPr>
          <p:nvPr/>
        </p:nvSpPr>
        <p:spPr bwMode="white">
          <a:xfrm>
            <a:off x="6096000" y="0"/>
            <a:ext cx="6095990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3" name="TextBox 12"/>
          <p:cNvSpPr txBox="1">
            <a:spLocks noChangeArrowheads="1"/>
          </p:cNvSpPr>
          <p:nvPr/>
        </p:nvSpPr>
        <p:spPr bwMode="white">
          <a:xfrm>
            <a:off x="6437779" y="3893802"/>
            <a:ext cx="1074140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AU" dirty="0"/>
              <a:t>Tenant ID</a:t>
            </a:r>
            <a:endParaRPr lang="en-US" dirty="0"/>
          </a:p>
        </p:txBody>
      </p:sp>
      <p:sp>
        <p:nvSpPr>
          <p:cNvPr id="12" name="TenantId"/>
          <p:cNvSpPr txBox="1">
            <a:spLocks noChangeArrowheads="1"/>
          </p:cNvSpPr>
          <p:nvPr/>
        </p:nvSpPr>
        <p:spPr bwMode="white">
          <a:xfrm>
            <a:off x="6739464" y="4202718"/>
            <a:ext cx="5184715" cy="420637"/>
          </a:xfrm>
          <a:prstGeom prst="rect">
            <a:avLst/>
          </a:prstGeom>
          <a:ln>
            <a:headEnd type="none"/>
            <a:tailEnd type="none"/>
          </a:ln>
        </p:spPr>
        <p:txBody>
          <a:bodyPr lIns="91440" tIns="45720" rIns="91440" bIns="45720" anchor="ctr" wrap="square">
            <a:normAutofit/>
          </a:bodyPr>
          <a:lstStyle>
            <a:lvl1pPr marL="0" indent="0" rtl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rtl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rtl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rtl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rtl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rtl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rtl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rtl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rtl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defTabSz="914400"/>
            <a:r>
              <a:rPr lang="en-US" sz="1800" b="1" dirty="0"/>
              <a:t>44176a9d-4a62-469c-a336-ad1f8e30927c</a:t>
            </a:r>
          </a:p>
        </p:txBody>
      </p:sp>
      <p:sp>
        <p:nvSpPr>
          <p:cNvPr id="11" name="TextBox 10"/>
          <p:cNvSpPr txBox="1">
            <a:spLocks noChangeArrowheads="1"/>
          </p:cNvSpPr>
          <p:nvPr/>
        </p:nvSpPr>
        <p:spPr bwMode="white">
          <a:xfrm>
            <a:off x="6437779" y="4510100"/>
            <a:ext cx="1433213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AU" dirty="0"/>
              <a:t>Tenant Name</a:t>
            </a:r>
            <a:endParaRPr lang="en-US" dirty="0"/>
          </a:p>
        </p:txBody>
      </p:sp>
      <p:sp>
        <p:nvSpPr>
          <p:cNvPr id="10" name="TenantName"/>
          <p:cNvSpPr txBox="1">
            <a:spLocks noChangeArrowheads="1"/>
          </p:cNvSpPr>
          <p:nvPr/>
        </p:nvSpPr>
        <p:spPr bwMode="white">
          <a:xfrm>
            <a:off x="6739464" y="4819016"/>
            <a:ext cx="5184715" cy="420637"/>
          </a:xfrm>
          <a:prstGeom prst="rect">
            <a:avLst/>
          </a:prstGeom>
          <a:ln>
            <a:headEnd type="none"/>
            <a:tailEnd type="none"/>
          </a:ln>
        </p:spPr>
        <p:txBody>
          <a:bodyPr lIns="91440" tIns="45720" rIns="91440" bIns="45720" anchor="ctr" wrap="square">
            <a:normAutofit/>
          </a:bodyPr>
          <a:lstStyle>
            <a:lvl1pPr marL="0" indent="0" rtl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rtl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rtl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rtl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rtl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rtl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rtl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rtl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rtl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defTabSz="914400"/>
            <a:r>
              <a:rPr lang="en-US" sz="1800" b="1" dirty="0"/>
              <a:t>Contoso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white">
          <a:xfrm>
            <a:off x="6414439" y="5145985"/>
            <a:ext cx="1456553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AU" dirty="0"/>
              <a:t>Generated by</a:t>
            </a:r>
            <a:endParaRPr lang="en-US" dirty="0"/>
          </a:p>
        </p:txBody>
      </p:sp>
      <p:sp>
        <p:nvSpPr>
          <p:cNvPr id="6" name="GeneratedBy"/>
          <p:cNvSpPr txBox="1">
            <a:spLocks noChangeArrowheads="1"/>
          </p:cNvSpPr>
          <p:nvPr/>
        </p:nvSpPr>
        <p:spPr bwMode="white">
          <a:xfrm>
            <a:off x="6716124" y="5438928"/>
            <a:ext cx="5184715" cy="420637"/>
          </a:xfrm>
          <a:prstGeom prst="rect">
            <a:avLst/>
          </a:prstGeom>
          <a:ln>
            <a:headEnd type="none"/>
            <a:tailEnd type="none"/>
          </a:ln>
        </p:spPr>
        <p:txBody>
          <a:bodyPr lIns="91440" tIns="45720" rIns="91440" bIns="45720" anchor="ctr" wrap="square">
            <a:normAutofit/>
          </a:bodyPr>
          <a:lstStyle>
            <a:lvl1pPr marL="0" indent="0" rtl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rtl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rtl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rtl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rtl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rtl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rtl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rtl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rtl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defTabSz="914400"/>
            <a:r>
              <a:rPr lang="en-US" sz="1800" b="1" dirty="0"/>
              <a:t>MOD Administrator (admin@M365x93722695.onmicrosoft.com)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white">
          <a:xfrm>
            <a:off x="6437779" y="5788498"/>
            <a:ext cx="1475340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AU" dirty="0"/>
              <a:t>Generated on</a:t>
            </a:r>
            <a:endParaRPr lang="en-US" dirty="0"/>
          </a:p>
        </p:txBody>
      </p:sp>
      <p:sp>
        <p:nvSpPr>
          <p:cNvPr id="3" name="GenerationDate"/>
          <p:cNvSpPr>
            <a:spLocks noGrp="1"/>
          </p:cNvSpPr>
          <p:nvPr>
            <p:ph type="subTitle" idx="1"/>
          </p:nvPr>
        </p:nvSpPr>
        <p:spPr bwMode="white">
          <a:xfrm>
            <a:off x="6739464" y="6078070"/>
            <a:ext cx="5184715" cy="420637"/>
          </a:xfrm>
          <a:ln>
            <a:headEnd type="none"/>
            <a:tailEnd type="none"/>
          </a:ln>
        </p:spPr>
        <p:txBody>
          <a:bodyPr anchor="ctr" wrap="square">
            <a:normAutofit/>
          </a:bodyPr>
          <a:lstStyle/>
          <a:p>
            <a:pPr algn="l" defTabSz="914400"/>
            <a:r>
              <a:rPr lang="en-US" sz="1800" b="1" dirty="0"/>
              <a:t>27 Jan 2026</a:t>
            </a:r>
          </a:p>
        </p:txBody>
      </p:sp>
      <p:pic>
        <p:nvPicPr>
          <p:cNvPr id="16" name="Graphic 15"/>
          <p:cNvPicPr>
            <a:picLocks noChangeAspect="1"/>
          </p:cNvPicPr>
          <p:nvPr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 bwMode="white">
          <a:xfrm>
            <a:off x="2225576" y="570682"/>
            <a:ext cx="1421431" cy="1421431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" name="TextBox 3"/>
          <p:cNvSpPr txBox="1">
            <a:spLocks noChangeArrowheads="1"/>
          </p:cNvSpPr>
          <p:nvPr/>
        </p:nvSpPr>
        <p:spPr bwMode="white">
          <a:xfrm>
            <a:off x="310122" y="6539219"/>
            <a:ext cx="1154483" cy="253916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AU" sz="1050" dirty="0">
                <a:solidFill>
                  <a:schemeClr val="bg1"/>
                </a:solidFill>
                <a:hlinkClick r:id="rId4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idPowerToys.com</a:t>
            </a:r>
            <a:endParaRPr lang="en-US" sz="1050" dirty="0">
              <a:solidFill>
                <a:schemeClr val="bg1"/>
              </a:solidFill>
            </a:endParaRPr>
          </a:p>
        </p:txBody>
      </p:sp>
      <p:pic>
        <p:nvPicPr>
          <p:cNvPr id="9" name="Picture 8" descr="A picture containing vector graphics&#10;&#10;Description automatically generated"/>
          <p:cNvPicPr>
            <a:picLocks noChangeAspect="1"/>
          </p:cNvPicPr>
          <p:nvPr/>
        </p:nvPicPr>
        <p:blipFill>
          <a:blip r:embed="rId5">
            <a:lum/>
          </a:blip>
          <a:srcRect/>
          <a:stretch>
            <a:fillRect/>
          </a:stretch>
        </p:blipFill>
        <p:spPr bwMode="white">
          <a:xfrm>
            <a:off x="126203" y="6553200"/>
            <a:ext cx="206902" cy="206902"/>
          </a:xfrm>
          <a:prstGeom prst="rect">
            <a:avLst/>
          </a:prstGeom>
          <a:ln>
            <a:headEnd type="none"/>
            <a:tailEnd type="none"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dirty="0"/>
            </a:pPr>
            <a:r>
              <a:rPr/>
              <a:t> - CA-GlobalExclusions (0)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MOD Administrator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0" name="IconBlockAccess" descr="Picture with red color stop sign to indicate blocked access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6633" y="2735805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4" name="GrantLabelBlockAccess"/>
          <p:cNvSpPr txBox="1">
            <a:spLocks noChangeArrowheads="1"/>
          </p:cNvSpPr>
          <p:nvPr/>
        </p:nvSpPr>
        <p:spPr bwMode="white">
          <a:xfrm>
            <a:off x="3936931" y="2734375"/>
            <a:ext cx="1358065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FF0000"/>
                </a:solidFill>
              </a:rPr>
              <a:t>Block access</a:t>
            </a:r>
          </a:p>
        </p:txBody>
      </p:sp>
      <p:sp>
        <p:nvSpPr>
          <p:cNvPr id="3" name="CloudAppActionIncExc"/>
          <p:cNvSpPr txBox="1">
            <a:spLocks noChangeArrowheads="1"/>
          </p:cNvSpPr>
          <p:nvPr/>
        </p:nvSpPr>
        <p:spPr bwMode="white">
          <a:xfrm>
            <a:off x="6039518" y="3662782"/>
            <a:ext cx="3649518" cy="315161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All cloud apps</a:t>
            </a:r>
          </a:p>
        </p:txBody>
      </p:sp>
      <p:pic>
        <p:nvPicPr>
          <p:cNvPr id="75" name="IconAccessAllCloudApps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39264" y="2836824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21" name="StateEnabled"/>
          <p:cNvSpPr>
            <a:spLocks/>
          </p:cNvSpPr>
          <p:nvPr/>
        </p:nvSpPr>
        <p:spPr bwMode="white">
          <a:xfrm>
            <a:off x="10842171" y="83487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Enabled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6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7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0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1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2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4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6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8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8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0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2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4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6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8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9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0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8" name="ShadeClientApps"/>
          <p:cNvSpPr>
            <a:spLocks/>
          </p:cNvSpPr>
          <p:nvPr/>
        </p:nvSpPr>
        <p:spPr bwMode="white">
          <a:xfrm>
            <a:off x="3802273" y="650246"/>
            <a:ext cx="1481482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9" name="ShadeLocations"/>
          <p:cNvSpPr>
            <a:spLocks/>
          </p:cNvSpPr>
          <p:nvPr/>
        </p:nvSpPr>
        <p:spPr bwMode="white">
          <a:xfrm>
            <a:off x="8217572" y="669110"/>
            <a:ext cx="187368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2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4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6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8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0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0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2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GLOBAL - BLOCK - Authentication Transfer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0" name="IconBlockAccess" descr="Picture with red color stop sign to indicate blocked access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6633" y="2735805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4" name="GrantLabelBlockAccess"/>
          <p:cNvSpPr txBox="1">
            <a:spLocks noChangeArrowheads="1"/>
          </p:cNvSpPr>
          <p:nvPr/>
        </p:nvSpPr>
        <p:spPr bwMode="white">
          <a:xfrm>
            <a:off x="3936931" y="2734375"/>
            <a:ext cx="1358065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FF0000"/>
                </a:solidFill>
              </a:rPr>
              <a:t>Block access</a:t>
            </a:r>
          </a:p>
        </p:txBody>
      </p:sp>
      <p:sp>
        <p:nvSpPr>
          <p:cNvPr id="3" name="CloudAppActionIncExc"/>
          <p:cNvSpPr txBox="1">
            <a:spLocks noChangeArrowheads="1"/>
          </p:cNvSpPr>
          <p:nvPr/>
        </p:nvSpPr>
        <p:spPr bwMode="white">
          <a:xfrm>
            <a:off x="6039518" y="3662782"/>
            <a:ext cx="3649518" cy="315161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All cloud apps</a:t>
            </a:r>
          </a:p>
        </p:txBody>
      </p:sp>
      <p:pic>
        <p:nvPicPr>
          <p:cNvPr id="75" name="IconAccessAllCloudApps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39264" y="2836824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21" name="StateEnabled"/>
          <p:cNvSpPr>
            <a:spLocks/>
          </p:cNvSpPr>
          <p:nvPr/>
        </p:nvSpPr>
        <p:spPr bwMode="white">
          <a:xfrm>
            <a:off x="10842171" y="83487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Enabled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6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7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0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1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2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4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6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8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8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0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2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4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6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8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9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0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8" name="ShadeClientApps"/>
          <p:cNvSpPr>
            <a:spLocks/>
          </p:cNvSpPr>
          <p:nvPr/>
        </p:nvSpPr>
        <p:spPr bwMode="white">
          <a:xfrm>
            <a:off x="3802273" y="650246"/>
            <a:ext cx="1481482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9" name="ShadeLocations"/>
          <p:cNvSpPr>
            <a:spLocks/>
          </p:cNvSpPr>
          <p:nvPr/>
        </p:nvSpPr>
        <p:spPr bwMode="white">
          <a:xfrm>
            <a:off x="8217572" y="669110"/>
            <a:ext cx="187368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2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4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6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8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0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0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2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GLOBAL - BLOCK - Device Code Auth Flow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dirty="0"/>
            </a:pPr>
            <a:r>
              <a:rPr/>
              <a:t> - Exchange ActiveSync clients</a:t>
            </a:r>
          </a:p>
          <a:p>
            <a:pPr defTabSz="457200">
              <a:defRPr sz="1100" dirty="0"/>
            </a:pPr>
            <a:r>
              <a:rPr/>
              <a:t> - Other legacy clients</a:t>
            </a:r>
          </a:p>
          <a:p>
            <a:pPr defTabSz="457200">
              <a:defRPr sz="1100" b="1" dirty="0"/>
            </a:pP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0" name="IconBlockAccess" descr="Picture with red color stop sign to indicate blocked access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6633" y="2735805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4" name="GrantLabelBlockAccess"/>
          <p:cNvSpPr txBox="1">
            <a:spLocks noChangeArrowheads="1"/>
          </p:cNvSpPr>
          <p:nvPr/>
        </p:nvSpPr>
        <p:spPr bwMode="white">
          <a:xfrm>
            <a:off x="3936931" y="2734375"/>
            <a:ext cx="1358065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FF0000"/>
                </a:solidFill>
              </a:rPr>
              <a:t>Block access</a:t>
            </a:r>
          </a:p>
        </p:txBody>
      </p:sp>
      <p:sp>
        <p:nvSpPr>
          <p:cNvPr id="3" name="CloudAppActionIncExc"/>
          <p:cNvSpPr txBox="1">
            <a:spLocks noChangeArrowheads="1"/>
          </p:cNvSpPr>
          <p:nvPr/>
        </p:nvSpPr>
        <p:spPr bwMode="white">
          <a:xfrm>
            <a:off x="6039518" y="3662782"/>
            <a:ext cx="3649518" cy="315161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All cloud apps</a:t>
            </a:r>
          </a:p>
        </p:txBody>
      </p:sp>
      <p:pic>
        <p:nvPicPr>
          <p:cNvPr id="75" name="IconAccessAllCloudApps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39264" y="2836824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21" name="StateEnabled"/>
          <p:cNvSpPr>
            <a:spLocks/>
          </p:cNvSpPr>
          <p:nvPr/>
        </p:nvSpPr>
        <p:spPr bwMode="white">
          <a:xfrm>
            <a:off x="10842171" y="83487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Enabled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6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7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0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1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2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4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6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8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8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0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2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4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6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8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9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0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9" name="ShadeLocations"/>
          <p:cNvSpPr>
            <a:spLocks/>
          </p:cNvSpPr>
          <p:nvPr/>
        </p:nvSpPr>
        <p:spPr bwMode="white">
          <a:xfrm>
            <a:off x="8217572" y="669110"/>
            <a:ext cx="187368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2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4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6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8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0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0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2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GLOBAL – BLOCK - Legacy Authentication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dirty="0"/>
            </a:pPr>
            <a:r>
              <a:rPr/>
              <a:t> - CA-TravelingUsers (0)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</a:t>
            </a:r>
          </a:p>
          <a:p>
            <a:pPr defTabSz="457200">
              <a:defRPr sz="1100" dirty="0"/>
            </a:pPr>
            <a:r>
              <a:rPr/>
              <a:t> - IAC - AllowedCountries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0" name="IconBlockAccess" descr="Picture with red color stop sign to indicate blocked access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6633" y="2735805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4" name="GrantLabelBlockAccess"/>
          <p:cNvSpPr txBox="1">
            <a:spLocks noChangeArrowheads="1"/>
          </p:cNvSpPr>
          <p:nvPr/>
        </p:nvSpPr>
        <p:spPr bwMode="white">
          <a:xfrm>
            <a:off x="3936931" y="2734375"/>
            <a:ext cx="1358065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FF0000"/>
                </a:solidFill>
              </a:rPr>
              <a:t>Block access</a:t>
            </a:r>
          </a:p>
        </p:txBody>
      </p:sp>
      <p:sp>
        <p:nvSpPr>
          <p:cNvPr id="3" name="CloudAppActionIncExc"/>
          <p:cNvSpPr txBox="1">
            <a:spLocks noChangeArrowheads="1"/>
          </p:cNvSpPr>
          <p:nvPr/>
        </p:nvSpPr>
        <p:spPr bwMode="white">
          <a:xfrm>
            <a:off x="6039518" y="3662782"/>
            <a:ext cx="3649518" cy="315161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All cloud apps</a:t>
            </a:r>
          </a:p>
        </p:txBody>
      </p:sp>
      <p:pic>
        <p:nvPicPr>
          <p:cNvPr id="75" name="IconAccessAllCloudApps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39264" y="2836824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21" name="StateEnabled"/>
          <p:cNvSpPr>
            <a:spLocks/>
          </p:cNvSpPr>
          <p:nvPr/>
        </p:nvSpPr>
        <p:spPr bwMode="white">
          <a:xfrm>
            <a:off x="10842171" y="83487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Enabled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6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7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0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1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2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4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6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8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8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0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2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4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6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8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9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0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8" name="ShadeClientApps"/>
          <p:cNvSpPr>
            <a:spLocks/>
          </p:cNvSpPr>
          <p:nvPr/>
        </p:nvSpPr>
        <p:spPr bwMode="white">
          <a:xfrm>
            <a:off x="3802273" y="650246"/>
            <a:ext cx="1481482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2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4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6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8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0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0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2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GLOBAL – BLOCK – Countries not Allowed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</a:t>
            </a:r>
          </a:p>
          <a:p>
            <a:pPr defTabSz="457200">
              <a:defRPr sz="1100" dirty="0"/>
            </a:pPr>
            <a:r>
              <a:rPr/>
              <a:t> - IAC - Blocked Countries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0" name="IconBlockAccess" descr="Picture with red color stop sign to indicate blocked access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6633" y="2735805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4" name="GrantLabelBlockAccess"/>
          <p:cNvSpPr txBox="1">
            <a:spLocks noChangeArrowheads="1"/>
          </p:cNvSpPr>
          <p:nvPr/>
        </p:nvSpPr>
        <p:spPr bwMode="white">
          <a:xfrm>
            <a:off x="3936931" y="2734375"/>
            <a:ext cx="1358065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FF0000"/>
                </a:solidFill>
              </a:rPr>
              <a:t>Block access</a:t>
            </a:r>
          </a:p>
        </p:txBody>
      </p:sp>
      <p:sp>
        <p:nvSpPr>
          <p:cNvPr id="3" name="CloudAppActionIncExc"/>
          <p:cNvSpPr txBox="1">
            <a:spLocks noChangeArrowheads="1"/>
          </p:cNvSpPr>
          <p:nvPr/>
        </p:nvSpPr>
        <p:spPr bwMode="white">
          <a:xfrm>
            <a:off x="6039518" y="3662782"/>
            <a:ext cx="3649518" cy="315161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All cloud apps</a:t>
            </a:r>
          </a:p>
        </p:txBody>
      </p:sp>
      <p:pic>
        <p:nvPicPr>
          <p:cNvPr id="75" name="IconAccessAllCloudApps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39264" y="2836824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21" name="StateEnabled"/>
          <p:cNvSpPr>
            <a:spLocks/>
          </p:cNvSpPr>
          <p:nvPr/>
        </p:nvSpPr>
        <p:spPr bwMode="white">
          <a:xfrm>
            <a:off x="10842171" y="83487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Enabled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6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7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0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1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2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4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6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8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8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0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2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4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6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8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9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0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8" name="ShadeClientApps"/>
          <p:cNvSpPr>
            <a:spLocks/>
          </p:cNvSpPr>
          <p:nvPr/>
        </p:nvSpPr>
        <p:spPr bwMode="white">
          <a:xfrm>
            <a:off x="3802273" y="650246"/>
            <a:ext cx="1481482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2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4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6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8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0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0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2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GLOBAL – BLOCK – Countries not Allowed - NoExclusions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Jon Hope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0" name="IconBlockAccess" descr="Picture with red color stop sign to indicate blocked access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6633" y="2735805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4" name="GrantLabelBlockAccess"/>
          <p:cNvSpPr txBox="1">
            <a:spLocks noChangeArrowheads="1"/>
          </p:cNvSpPr>
          <p:nvPr/>
        </p:nvSpPr>
        <p:spPr bwMode="white">
          <a:xfrm>
            <a:off x="3936931" y="2734375"/>
            <a:ext cx="1358065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FF0000"/>
                </a:solidFill>
              </a:rPr>
              <a:t>Block access</a:t>
            </a: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2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Office 365</a:t>
            </a:r>
          </a:p>
        </p:txBody>
      </p:sp>
      <p:pic>
        <p:nvPicPr>
          <p:cNvPr id="50" name="IconAccessOffice365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39264" y="2882544"/>
            <a:ext cx="548640" cy="54864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21" name="StateEnabled"/>
          <p:cNvSpPr>
            <a:spLocks/>
          </p:cNvSpPr>
          <p:nvPr/>
        </p:nvSpPr>
        <p:spPr bwMode="white">
          <a:xfrm>
            <a:off x="10842171" y="83487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Enabled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6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80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1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2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3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5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7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9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9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1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3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5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7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9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10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1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8" name="ShadeClientApps"/>
          <p:cNvSpPr>
            <a:spLocks/>
          </p:cNvSpPr>
          <p:nvPr/>
        </p:nvSpPr>
        <p:spPr bwMode="white">
          <a:xfrm>
            <a:off x="3802273" y="650246"/>
            <a:ext cx="1481482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9" name="ShadeLocations"/>
          <p:cNvSpPr>
            <a:spLocks/>
          </p:cNvSpPr>
          <p:nvPr/>
        </p:nvSpPr>
        <p:spPr bwMode="white">
          <a:xfrm>
            <a:off x="8217572" y="669110"/>
            <a:ext cx="187368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3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5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7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9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1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1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22" name="PicAccessOffice365" descr="Graphical user interface, application&#10;&#10;Description automatically generated"/>
          <p:cNvPicPr>
            <a:picLocks noChangeAspect="1"/>
          </p:cNvPicPr>
          <p:nvPr/>
        </p:nvPicPr>
        <p:blipFill>
          <a:blip r:embed="rId112">
            <a:lum/>
          </a:blip>
          <a:srcRect/>
          <a:stretch>
            <a:fillRect/>
          </a:stretch>
        </p:blipFill>
        <p:spPr bwMode="white">
          <a:xfrm>
            <a:off x="6673101" y="3457952"/>
            <a:ext cx="2328560" cy="3498547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0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O365 - BLOCK - Non Working Hours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Directory roles</a:t>
            </a:r>
          </a:p>
          <a:p>
            <a:pPr defTabSz="457200">
              <a:defRPr sz="1100" dirty="0"/>
            </a:pPr>
            <a:r>
              <a:rPr/>
              <a:t> - Directory Synchronization Accounts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2" name="GrantLabelGrantAccess"/>
          <p:cNvSpPr txBox="1">
            <a:spLocks noChangeArrowheads="1"/>
          </p:cNvSpPr>
          <p:nvPr/>
        </p:nvSpPr>
        <p:spPr bwMode="white">
          <a:xfrm>
            <a:off x="3928464" y="2723089"/>
            <a:ext cx="1381340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00B050"/>
                </a:solidFill>
              </a:rPr>
              <a:t>Grant access</a:t>
            </a:r>
          </a:p>
        </p:txBody>
      </p:sp>
      <p:pic>
        <p:nvPicPr>
          <p:cNvPr id="35" name="IconGrantAccess" descr="Picture with gren tick sign to indicate access was granted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9361" y="2730170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" name="CloudAppActionIncExc"/>
          <p:cNvSpPr txBox="1">
            <a:spLocks noChangeArrowheads="1"/>
          </p:cNvSpPr>
          <p:nvPr/>
        </p:nvSpPr>
        <p:spPr bwMode="white">
          <a:xfrm>
            <a:off x="6039518" y="3662782"/>
            <a:ext cx="3649518" cy="315161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All cloud apps</a:t>
            </a:r>
          </a:p>
        </p:txBody>
      </p:sp>
      <p:pic>
        <p:nvPicPr>
          <p:cNvPr id="75" name="IconAccessAllCloudApps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39264" y="2836824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21" name="StateEnabled"/>
          <p:cNvSpPr>
            <a:spLocks/>
          </p:cNvSpPr>
          <p:nvPr/>
        </p:nvSpPr>
        <p:spPr bwMode="white">
          <a:xfrm>
            <a:off x="10842171" y="83487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Enabled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6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7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0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1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2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4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6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8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8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0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2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4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6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8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9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0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8" name="ShadeClientApps"/>
          <p:cNvSpPr>
            <a:spLocks/>
          </p:cNvSpPr>
          <p:nvPr/>
        </p:nvSpPr>
        <p:spPr bwMode="white">
          <a:xfrm>
            <a:off x="3802273" y="650246"/>
            <a:ext cx="1481482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9" name="ShadeLocations"/>
          <p:cNvSpPr>
            <a:spLocks/>
          </p:cNvSpPr>
          <p:nvPr/>
        </p:nvSpPr>
        <p:spPr bwMode="white">
          <a:xfrm>
            <a:off x="8217572" y="669110"/>
            <a:ext cx="187368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2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4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6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8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0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0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2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Multifactor authentication for Microsoft partners and vendors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Directory roles</a:t>
            </a:r>
          </a:p>
          <a:p>
            <a:pPr defTabSz="457200">
              <a:defRPr sz="1100" dirty="0"/>
            </a:pPr>
            <a:r>
              <a:rPr/>
              <a:t> - Global Administrator</a:t>
            </a:r>
          </a:p>
          <a:p>
            <a:pPr defTabSz="457200">
              <a:defRPr sz="1100" dirty="0"/>
            </a:pPr>
            <a:r>
              <a:rPr/>
              <a:t> - Security Administrator</a:t>
            </a:r>
          </a:p>
          <a:p>
            <a:pPr defTabSz="457200">
              <a:defRPr sz="1100" dirty="0"/>
            </a:pPr>
            <a:r>
              <a:rPr/>
              <a:t> - SharePoint Administrator</a:t>
            </a:r>
          </a:p>
          <a:p>
            <a:pPr defTabSz="457200">
              <a:defRPr sz="1100" dirty="0"/>
            </a:pPr>
            <a:r>
              <a:rPr/>
              <a:t> - Exchange Administrator</a:t>
            </a:r>
          </a:p>
          <a:p>
            <a:pPr defTabSz="457200">
              <a:defRPr sz="1100" dirty="0"/>
            </a:pPr>
            <a:r>
              <a:rPr/>
              <a:t> - Conditional Access Administrator</a:t>
            </a:r>
          </a:p>
          <a:p>
            <a:pPr defTabSz="457200">
              <a:defRPr sz="1100" dirty="0"/>
            </a:pPr>
            <a:r>
              <a:rPr/>
              <a:t> - Helpdesk Administrator</a:t>
            </a:r>
          </a:p>
          <a:p>
            <a:pPr defTabSz="457200">
              <a:defRPr sz="1100" dirty="0"/>
            </a:pPr>
            <a:r>
              <a:rPr/>
              <a:t> - Billing Administrator</a:t>
            </a:r>
          </a:p>
          <a:p>
            <a:pPr defTabSz="457200">
              <a:defRPr sz="1100" dirty="0"/>
            </a:pPr>
            <a:r>
              <a:rPr/>
              <a:t> - User Administrator</a:t>
            </a:r>
          </a:p>
          <a:p>
            <a:pPr defTabSz="457200">
              <a:defRPr sz="1100" dirty="0"/>
            </a:pPr>
            <a:r>
              <a:rPr/>
              <a:t> - Authentication Administrator</a:t>
            </a:r>
          </a:p>
          <a:p>
            <a:pPr defTabSz="457200">
              <a:defRPr sz="1100" dirty="0"/>
            </a:pPr>
            <a:r>
              <a:rPr/>
              <a:t> - Application Administrator</a:t>
            </a:r>
          </a:p>
          <a:p>
            <a:pPr defTabSz="457200">
              <a:defRPr sz="1100" dirty="0"/>
            </a:pPr>
            <a:r>
              <a:rPr/>
              <a:t> - Cloud Application Administrator</a:t>
            </a:r>
          </a:p>
          <a:p>
            <a:pPr defTabSz="457200">
              <a:defRPr sz="1100" dirty="0"/>
            </a:pPr>
            <a:r>
              <a:rPr/>
              <a:t> - Password Administrator</a:t>
            </a:r>
          </a:p>
          <a:p>
            <a:pPr defTabSz="457200">
              <a:defRPr sz="1100" dirty="0"/>
            </a:pPr>
            <a:r>
              <a:rPr/>
              <a:t> - Privileged Authentication Administrator</a:t>
            </a:r>
          </a:p>
          <a:p>
            <a:pPr defTabSz="457200">
              <a:defRPr sz="1100" dirty="0"/>
            </a:pPr>
            <a:r>
              <a:rPr/>
              <a:t> - Privileged Role Administrator</a:t>
            </a:r>
          </a:p>
          <a:p>
            <a:pPr defTabSz="457200">
              <a:defRPr sz="1100" dirty="0"/>
            </a:pPr>
            <a:r>
              <a:rPr/>
              <a:t> - Compliance Administrator</a:t>
            </a:r>
          </a:p>
          <a:p>
            <a:pPr defTabSz="457200">
              <a:defRPr sz="1100" dirty="0"/>
            </a:pPr>
            <a:r>
              <a:rPr/>
              <a:t> - Compliance Data Administrator</a:t>
            </a:r>
          </a:p>
          <a:p>
            <a:pPr defTabSz="457200">
              <a:defRPr sz="1100" dirty="0"/>
            </a:pPr>
            <a:r>
              <a:rPr/>
              <a:t> - Intune Administrator</a:t>
            </a:r>
          </a:p>
          <a:p>
            <a:pPr defTabSz="457200">
              <a:defRPr sz="1100" dirty="0"/>
            </a:pPr>
            <a:r>
              <a:rPr/>
              <a:t> - Dynamics 365 Administrator</a:t>
            </a:r>
          </a:p>
          <a:p>
            <a:pPr defTabSz="457200">
              <a:defRPr sz="1100" dirty="0"/>
            </a:pPr>
            <a:r>
              <a:rPr/>
              <a:t> - Power Platform Administrator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MOD Administrator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2" name="GrantLabelGrantAccess"/>
          <p:cNvSpPr txBox="1">
            <a:spLocks noChangeArrowheads="1"/>
          </p:cNvSpPr>
          <p:nvPr/>
        </p:nvSpPr>
        <p:spPr bwMode="white">
          <a:xfrm>
            <a:off x="3928464" y="2723089"/>
            <a:ext cx="1381340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00B050"/>
                </a:solidFill>
              </a:rPr>
              <a:t>Grant access</a:t>
            </a:r>
          </a:p>
        </p:txBody>
      </p:sp>
      <p:pic>
        <p:nvPicPr>
          <p:cNvPr id="35" name="IconGrantAccess" descr="Picture with gren tick sign to indicate access was granted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9361" y="2730170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" name="CloudAppActionIncExc"/>
          <p:cNvSpPr txBox="1">
            <a:spLocks noChangeArrowheads="1"/>
          </p:cNvSpPr>
          <p:nvPr/>
        </p:nvSpPr>
        <p:spPr bwMode="white">
          <a:xfrm>
            <a:off x="6039518" y="3662782"/>
            <a:ext cx="3649518" cy="315161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All cloud apps</a:t>
            </a:r>
          </a:p>
        </p:txBody>
      </p:sp>
      <p:pic>
        <p:nvPicPr>
          <p:cNvPr id="75" name="IconAccessAllCloudApps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5"/>
              </a:ext>
            </a:extLst>
          </a:blip>
          <a:srcRect/>
          <a:stretch>
            <a:fillRect/>
          </a:stretch>
        </p:blipFill>
        <p:spPr bwMode="white">
          <a:xfrm>
            <a:off x="6439264" y="2836824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8" name="StateReportOnly"/>
          <p:cNvSpPr>
            <a:spLocks/>
          </p:cNvSpPr>
          <p:nvPr/>
        </p:nvSpPr>
        <p:spPr bwMode="white">
          <a:xfrm>
            <a:off x="10842169" y="103586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Report-only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7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6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80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1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2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3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5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7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 strength:Phishing-resistant MFA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9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9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1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3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5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7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9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10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1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8" name="ShadeClientApps"/>
          <p:cNvSpPr>
            <a:spLocks/>
          </p:cNvSpPr>
          <p:nvPr/>
        </p:nvSpPr>
        <p:spPr bwMode="white">
          <a:xfrm>
            <a:off x="3802273" y="650246"/>
            <a:ext cx="1481482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9" name="ShadeLocations"/>
          <p:cNvSpPr>
            <a:spLocks/>
          </p:cNvSpPr>
          <p:nvPr/>
        </p:nvSpPr>
        <p:spPr bwMode="white">
          <a:xfrm>
            <a:off x="8217572" y="669110"/>
            <a:ext cx="187368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3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5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7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9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1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1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70" name="IconAssignedToRole"/>
          <p:cNvPicPr>
            <a:picLocks noChangeAspect="1"/>
          </p:cNvPicPr>
          <p:nvPr/>
        </p:nvPicPr>
        <p:blipFill>
          <a:blip r:embed="rId11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3"/>
              </a:ext>
            </a:extLst>
          </a:blip>
          <a:srcRect/>
          <a:stretch>
            <a:fillRect/>
          </a:stretch>
        </p:blipFill>
        <p:spPr bwMode="white">
          <a:xfrm>
            <a:off x="2391841" y="3225674"/>
            <a:ext cx="365760" cy="36576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5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7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9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2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1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Microsoft-managed: Require phishing-resistant multifactor authentication for admins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dirty="0"/>
            </a:pPr>
            <a:r>
              <a:rPr/>
              <a:t> - CA-ServiceAccounts (0)</a:t>
            </a:r>
          </a:p>
          <a:p>
            <a:pPr defTabSz="457200">
              <a:defRPr sz="1100" dirty="0"/>
            </a:pPr>
            <a:r>
              <a:rPr/>
              <a:t> - CA-GlobalExclusions (0)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</a:t>
            </a:r>
          </a:p>
          <a:p>
            <a:pPr defTabSz="457200">
              <a:defRPr sz="1100" dirty="0"/>
            </a:pPr>
            <a:r>
              <a:rPr/>
              <a:t> - AllTrusted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0" name="IconBlockAccess" descr="Picture with red color stop sign to indicate blocked access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6633" y="2735805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4" name="GrantLabelBlockAccess"/>
          <p:cNvSpPr txBox="1">
            <a:spLocks noChangeArrowheads="1"/>
          </p:cNvSpPr>
          <p:nvPr/>
        </p:nvSpPr>
        <p:spPr bwMode="white">
          <a:xfrm>
            <a:off x="3936931" y="2734375"/>
            <a:ext cx="1358065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FF0000"/>
                </a:solidFill>
              </a:rPr>
              <a:t>Block access</a:t>
            </a:r>
          </a:p>
        </p:txBody>
      </p:sp>
      <p:sp>
        <p:nvSpPr>
          <p:cNvPr id="3" name="CloudAppActionIncExc"/>
          <p:cNvSpPr txBox="1">
            <a:spLocks noChangeArrowheads="1"/>
          </p:cNvSpPr>
          <p:nvPr/>
        </p:nvSpPr>
        <p:spPr bwMode="white">
          <a:xfrm>
            <a:off x="6039518" y="3662782"/>
            <a:ext cx="3649518" cy="315161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dirty="0"/>
            </a:pPr>
            <a:r>
              <a:rPr/>
              <a:t> - Office 365 SharePoint Online</a:t>
            </a:r>
          </a:p>
          <a:p>
            <a:pPr defTabSz="457200">
              <a:defRPr sz="1100" b="1" dirty="0"/>
            </a:pP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2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Selected cloud apps</a:t>
            </a:r>
          </a:p>
        </p:txBody>
      </p:sp>
      <p:pic>
        <p:nvPicPr>
          <p:cNvPr id="54" name="IconAccessSelectedCloudApps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79318" y="2882544"/>
            <a:ext cx="548640" cy="54864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" name="StateDisabled"/>
          <p:cNvSpPr>
            <a:spLocks/>
          </p:cNvSpPr>
          <p:nvPr/>
        </p:nvSpPr>
        <p:spPr bwMode="white">
          <a:xfrm>
            <a:off x="10842170" y="79259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Disabled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6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7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0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1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2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4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6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8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8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0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2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4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6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8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9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0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8" name="ShadeClientApps"/>
          <p:cNvSpPr>
            <a:spLocks/>
          </p:cNvSpPr>
          <p:nvPr/>
        </p:nvSpPr>
        <p:spPr bwMode="white">
          <a:xfrm>
            <a:off x="3802273" y="650246"/>
            <a:ext cx="1481482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2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4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6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8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0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0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2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APP - BLOCK - SharePoint-OneDrive-NonTrustedLocations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dirty="0"/>
            </a:pPr>
            <a:r>
              <a:rPr/>
              <a:t> - CA-GlobalExclusions (0)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</a:t>
            </a:r>
          </a:p>
          <a:p>
            <a:pPr defTabSz="457200">
              <a:defRPr sz="1100" dirty="0"/>
            </a:pPr>
            <a:r>
              <a:rPr/>
              <a:t> - 📱Android</a:t>
            </a:r>
          </a:p>
          <a:p>
            <a:pPr defTabSz="457200">
              <a:defRPr sz="1100" dirty="0"/>
            </a:pPr>
            <a:r>
              <a:rPr/>
              <a:t> - 📱 iOS</a:t>
            </a:r>
          </a:p>
          <a:p>
            <a:pPr defTabSz="457200">
              <a:defRPr sz="1100" dirty="0"/>
            </a:pPr>
            <a:r>
              <a:rPr/>
              <a:t> - 💻 macOS</a:t>
            </a:r>
          </a:p>
          <a:p>
            <a:pPr defTabSz="457200">
              <a:defRPr sz="1100" dirty="0"/>
            </a:pPr>
            <a:r>
              <a:rPr/>
              <a:t> - 💻 Linux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dirty="0"/>
            </a:pPr>
            <a:r>
              <a:rPr/>
              <a:t> - Browser</a:t>
            </a:r>
          </a:p>
          <a:p>
            <a:pPr defTabSz="457200">
              <a:defRPr sz="1100" b="1" dirty="0"/>
            </a:pP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dirty="0"/>
            </a:pPr>
            <a:r>
              <a:rPr/>
              <a:t>Exclude when</a:t>
            </a:r>
          </a:p>
          <a:p>
            <a:pPr defTabSz="457200">
              <a:defRPr sz="1100" dirty="0"/>
            </a:pPr>
            <a:r>
              <a:rPr/>
              <a:t>device.isCompliant -eq True -and device.trustType -eq "ServerAD"</a:t>
            </a:r>
          </a:p>
          <a:p>
            <a:pPr defTabSz="457200">
              <a:defRPr sz="1100" dirty="0"/>
            </a:pP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2" name="GrantLabelGrantAccess"/>
          <p:cNvSpPr txBox="1">
            <a:spLocks noChangeArrowheads="1"/>
          </p:cNvSpPr>
          <p:nvPr/>
        </p:nvSpPr>
        <p:spPr bwMode="white">
          <a:xfrm>
            <a:off x="3928464" y="2723089"/>
            <a:ext cx="1381340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00B050"/>
                </a:solidFill>
              </a:rPr>
              <a:t>Grant access</a:t>
            </a:r>
          </a:p>
        </p:txBody>
      </p:sp>
      <p:pic>
        <p:nvPicPr>
          <p:cNvPr id="35" name="IconGrantAccess" descr="Picture with gren tick sign to indicate access was granted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9361" y="2730170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26" name="IconGroupIdentity"/>
          <p:cNvPicPr>
            <a:picLocks noChangeAspect="1"/>
          </p:cNvPicPr>
          <p:nvPr/>
        </p:nvPicPr>
        <p:blipFill>
          <a:blip r:embed="rId1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2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Office 365</a:t>
            </a:r>
          </a:p>
        </p:txBody>
      </p:sp>
      <p:pic>
        <p:nvPicPr>
          <p:cNvPr id="50" name="IconAccessOffice365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39264" y="2882544"/>
            <a:ext cx="548640" cy="54864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" name="StateDisabled"/>
          <p:cNvSpPr>
            <a:spLocks/>
          </p:cNvSpPr>
          <p:nvPr/>
        </p:nvSpPr>
        <p:spPr bwMode="white">
          <a:xfrm>
            <a:off x="10842170" y="79259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Disabled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6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80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1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2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3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5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7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9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9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1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3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5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7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9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10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1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9" name="ShadeLocations"/>
          <p:cNvSpPr>
            <a:spLocks/>
          </p:cNvSpPr>
          <p:nvPr/>
        </p:nvSpPr>
        <p:spPr bwMode="white">
          <a:xfrm>
            <a:off x="8217572" y="669110"/>
            <a:ext cx="187368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3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5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7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9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1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1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22" name="PicAccessOffice365" descr="Graphical user interface, application&#10;&#10;Description automatically generated"/>
          <p:cNvPicPr>
            <a:picLocks noChangeAspect="1"/>
          </p:cNvPicPr>
          <p:nvPr/>
        </p:nvPicPr>
        <p:blipFill>
          <a:blip r:embed="rId112">
            <a:lum/>
          </a:blip>
          <a:srcRect/>
          <a:stretch>
            <a:fillRect/>
          </a:stretch>
        </p:blipFill>
        <p:spPr bwMode="white">
          <a:xfrm>
            <a:off x="6673101" y="3457952"/>
            <a:ext cx="2328560" cy="3498547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0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APP - SESSION - O365 - Timeoutsettings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dirty="0"/>
            </a:pPr>
            <a:r>
              <a:rPr/>
              <a:t> - CA-ServiceAccounts (0)</a:t>
            </a:r>
          </a:p>
          <a:p>
            <a:pPr defTabSz="457200">
              <a:defRPr sz="1100" dirty="0"/>
            </a:pPr>
            <a:r>
              <a:rPr/>
              <a:t> - CA-Azure-DevOps-Users (0)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0" name="IconBlockAccess" descr="Picture with red color stop sign to indicate blocked access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6633" y="2735805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4" name="GrantLabelBlockAccess"/>
          <p:cNvSpPr txBox="1">
            <a:spLocks noChangeArrowheads="1"/>
          </p:cNvSpPr>
          <p:nvPr/>
        </p:nvSpPr>
        <p:spPr bwMode="white">
          <a:xfrm>
            <a:off x="3936931" y="2734375"/>
            <a:ext cx="1358065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FF0000"/>
                </a:solidFill>
              </a:rPr>
              <a:t>Block access</a:t>
            </a:r>
          </a:p>
        </p:txBody>
      </p:sp>
      <p:sp>
        <p:nvSpPr>
          <p:cNvPr id="3" name="CloudAppActionIncExc"/>
          <p:cNvSpPr txBox="1">
            <a:spLocks noChangeArrowheads="1"/>
          </p:cNvSpPr>
          <p:nvPr/>
        </p:nvSpPr>
        <p:spPr bwMode="white">
          <a:xfrm>
            <a:off x="6039518" y="3662782"/>
            <a:ext cx="3649518" cy="315161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dirty="0"/>
            </a:pPr>
            <a:r>
              <a:rPr/>
              <a:t> - Windows 365</a:t>
            </a:r>
          </a:p>
          <a:p>
            <a:pPr defTabSz="457200">
              <a:defRPr sz="1100" dirty="0"/>
            </a:pPr>
            <a:r>
              <a:rPr/>
              <a:t> - Azure Virtual Desktop</a:t>
            </a:r>
          </a:p>
          <a:p>
            <a:pPr defTabSz="457200">
              <a:defRPr sz="1100" b="1" dirty="0"/>
            </a:pP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2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Selected cloud apps</a:t>
            </a:r>
          </a:p>
        </p:txBody>
      </p:sp>
      <p:pic>
        <p:nvPicPr>
          <p:cNvPr id="54" name="IconAccessSelectedCloudApps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79318" y="2882544"/>
            <a:ext cx="548640" cy="54864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" name="StateDisabled"/>
          <p:cNvSpPr>
            <a:spLocks/>
          </p:cNvSpPr>
          <p:nvPr/>
        </p:nvSpPr>
        <p:spPr bwMode="white">
          <a:xfrm>
            <a:off x="10842170" y="79259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Disabled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6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7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0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1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2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4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6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8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8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0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2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4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6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8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9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0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8" name="ShadeClientApps"/>
          <p:cNvSpPr>
            <a:spLocks/>
          </p:cNvSpPr>
          <p:nvPr/>
        </p:nvSpPr>
        <p:spPr bwMode="white">
          <a:xfrm>
            <a:off x="3802273" y="650246"/>
            <a:ext cx="1481482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9" name="ShadeLocations"/>
          <p:cNvSpPr>
            <a:spLocks/>
          </p:cNvSpPr>
          <p:nvPr/>
        </p:nvSpPr>
        <p:spPr bwMode="white">
          <a:xfrm>
            <a:off x="8217572" y="669110"/>
            <a:ext cx="187368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2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4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6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8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0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0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2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APP – BLOCK – AVD - Exclude - AllowedAVDUsers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dirty="0"/>
            </a:pPr>
            <a:r>
              <a:rPr/>
              <a:t> - CA-ServiceAccounts (0)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</a:t>
            </a:r>
          </a:p>
          <a:p>
            <a:pPr defTabSz="457200">
              <a:defRPr sz="1100" dirty="0"/>
            </a:pPr>
            <a:r>
              <a:rPr/>
              <a:t> - AllTrusted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0" name="IconBlockAccess" descr="Picture with red color stop sign to indicate blocked access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6633" y="2735805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4" name="GrantLabelBlockAccess"/>
          <p:cNvSpPr txBox="1">
            <a:spLocks noChangeArrowheads="1"/>
          </p:cNvSpPr>
          <p:nvPr/>
        </p:nvSpPr>
        <p:spPr bwMode="white">
          <a:xfrm>
            <a:off x="3936931" y="2734375"/>
            <a:ext cx="1358065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FF0000"/>
                </a:solidFill>
              </a:rPr>
              <a:t>Block access</a:t>
            </a:r>
          </a:p>
        </p:txBody>
      </p:sp>
      <p:sp>
        <p:nvSpPr>
          <p:cNvPr id="3" name="CloudAppActionIncExc"/>
          <p:cNvSpPr txBox="1">
            <a:spLocks noChangeArrowheads="1"/>
          </p:cNvSpPr>
          <p:nvPr/>
        </p:nvSpPr>
        <p:spPr bwMode="white">
          <a:xfrm>
            <a:off x="6039518" y="3662782"/>
            <a:ext cx="3649518" cy="315161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dirty="0"/>
            </a:pPr>
            <a:r>
              <a:rPr/>
              <a:t> - Windows 365</a:t>
            </a:r>
          </a:p>
          <a:p>
            <a:pPr defTabSz="457200">
              <a:defRPr sz="1100" dirty="0"/>
            </a:pPr>
            <a:r>
              <a:rPr/>
              <a:t> - Azure Virtual Desktop</a:t>
            </a:r>
          </a:p>
          <a:p>
            <a:pPr defTabSz="457200">
              <a:defRPr sz="1100" b="1" dirty="0"/>
            </a:pP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2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Selected cloud apps</a:t>
            </a:r>
          </a:p>
        </p:txBody>
      </p:sp>
      <p:pic>
        <p:nvPicPr>
          <p:cNvPr id="54" name="IconAccessSelectedCloudApps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79318" y="2882544"/>
            <a:ext cx="548640" cy="54864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" name="StateDisabled"/>
          <p:cNvSpPr>
            <a:spLocks/>
          </p:cNvSpPr>
          <p:nvPr/>
        </p:nvSpPr>
        <p:spPr bwMode="white">
          <a:xfrm>
            <a:off x="10842170" y="79259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Disabled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6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7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0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1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2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4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6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8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8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0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2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4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6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8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9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0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8" name="ShadeClientApps"/>
          <p:cNvSpPr>
            <a:spLocks/>
          </p:cNvSpPr>
          <p:nvPr/>
        </p:nvSpPr>
        <p:spPr bwMode="white">
          <a:xfrm>
            <a:off x="3802273" y="650246"/>
            <a:ext cx="1481482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2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4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6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8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0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0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2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APP – BLOCK – AVD - NonTrustedLocations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</a:t>
            </a:r>
          </a:p>
          <a:p>
            <a:pPr defTabSz="457200">
              <a:defRPr sz="1100" dirty="0"/>
            </a:pPr>
            <a:r>
              <a:rPr/>
              <a:t> - 📱Android</a:t>
            </a:r>
          </a:p>
          <a:p>
            <a:pPr defTabSz="457200">
              <a:defRPr sz="1100" dirty="0"/>
            </a:pPr>
            <a:r>
              <a:rPr/>
              <a:t> - 📱 iOS</a:t>
            </a:r>
          </a:p>
          <a:p>
            <a:pPr defTabSz="457200">
              <a:defRPr sz="1100" dirty="0"/>
            </a:pPr>
            <a:r>
              <a:rPr/>
              <a:t> - 💻 Windows</a:t>
            </a:r>
          </a:p>
          <a:p>
            <a:pPr defTabSz="457200">
              <a:defRPr sz="1100" dirty="0"/>
            </a:pPr>
            <a:r>
              <a:rPr/>
              <a:t> - 💻 macOS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0" name="IconBlockAccess" descr="Picture with red color stop sign to indicate blocked access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6633" y="2735805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4" name="GrantLabelBlockAccess"/>
          <p:cNvSpPr txBox="1">
            <a:spLocks noChangeArrowheads="1"/>
          </p:cNvSpPr>
          <p:nvPr/>
        </p:nvSpPr>
        <p:spPr bwMode="white">
          <a:xfrm>
            <a:off x="3936931" y="2734375"/>
            <a:ext cx="1358065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FF0000"/>
                </a:solidFill>
              </a:rPr>
              <a:t>Block access</a:t>
            </a:r>
          </a:p>
        </p:txBody>
      </p:sp>
      <p:sp>
        <p:nvSpPr>
          <p:cNvPr id="3" name="CloudAppActionIncExc"/>
          <p:cNvSpPr txBox="1">
            <a:spLocks noChangeArrowheads="1"/>
          </p:cNvSpPr>
          <p:nvPr/>
        </p:nvSpPr>
        <p:spPr bwMode="white">
          <a:xfrm>
            <a:off x="6039518" y="3662782"/>
            <a:ext cx="3649518" cy="315161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All cloud apps</a:t>
            </a:r>
          </a:p>
        </p:txBody>
      </p:sp>
      <p:pic>
        <p:nvPicPr>
          <p:cNvPr id="75" name="IconAccessAllCloudApps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39264" y="2836824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" name="StateDisabled"/>
          <p:cNvSpPr>
            <a:spLocks/>
          </p:cNvSpPr>
          <p:nvPr/>
        </p:nvSpPr>
        <p:spPr bwMode="white">
          <a:xfrm>
            <a:off x="10842170" y="79259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Disabled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6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7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0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1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2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4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6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8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8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0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2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4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6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8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9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0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8" name="ShadeClientApps"/>
          <p:cNvSpPr>
            <a:spLocks/>
          </p:cNvSpPr>
          <p:nvPr/>
        </p:nvSpPr>
        <p:spPr bwMode="white">
          <a:xfrm>
            <a:off x="3802273" y="650246"/>
            <a:ext cx="1481482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9" name="ShadeLocations"/>
          <p:cNvSpPr>
            <a:spLocks/>
          </p:cNvSpPr>
          <p:nvPr/>
        </p:nvSpPr>
        <p:spPr bwMode="white">
          <a:xfrm>
            <a:off x="8217572" y="669110"/>
            <a:ext cx="187368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2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4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6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8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0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0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2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GLOBAL - BLOCK - Unsupported Device Platforms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Directory roles</a:t>
            </a:r>
          </a:p>
          <a:p>
            <a:pPr defTabSz="457200">
              <a:defRPr sz="1100" dirty="0"/>
            </a:pPr>
            <a:r>
              <a:rPr/>
              <a:t> - Authentication Administrator</a:t>
            </a:r>
          </a:p>
          <a:p>
            <a:pPr defTabSz="457200">
              <a:defRPr sz="1100" dirty="0"/>
            </a:pPr>
            <a:r>
              <a:rPr/>
              <a:t> - Billing Administrator</a:t>
            </a:r>
          </a:p>
          <a:p>
            <a:pPr defTabSz="457200">
              <a:defRPr sz="1100" dirty="0"/>
            </a:pPr>
            <a:r>
              <a:rPr/>
              <a:t> - Conditional Access Administrator</a:t>
            </a:r>
          </a:p>
          <a:p>
            <a:pPr defTabSz="457200">
              <a:defRPr sz="1100" dirty="0"/>
            </a:pPr>
            <a:r>
              <a:rPr/>
              <a:t> - Exchange Administrator</a:t>
            </a:r>
          </a:p>
          <a:p>
            <a:pPr defTabSz="457200">
              <a:defRPr sz="1100" dirty="0"/>
            </a:pPr>
            <a:r>
              <a:rPr/>
              <a:t> - Global Administrator</a:t>
            </a:r>
          </a:p>
          <a:p>
            <a:pPr defTabSz="457200">
              <a:defRPr sz="1100" dirty="0"/>
            </a:pPr>
            <a:r>
              <a:rPr/>
              <a:t> - Helpdesk Administrator</a:t>
            </a:r>
          </a:p>
          <a:p>
            <a:pPr defTabSz="457200">
              <a:defRPr sz="1100" dirty="0"/>
            </a:pPr>
            <a:r>
              <a:rPr/>
              <a:t> - Security Administrator</a:t>
            </a:r>
          </a:p>
          <a:p>
            <a:pPr defTabSz="457200">
              <a:defRPr sz="1100" dirty="0"/>
            </a:pPr>
            <a:r>
              <a:rPr/>
              <a:t> - SharePoint Administrator</a:t>
            </a:r>
          </a:p>
          <a:p>
            <a:pPr defTabSz="457200">
              <a:defRPr sz="1100" dirty="0"/>
            </a:pPr>
            <a:r>
              <a:rPr/>
              <a:t> - User Administrator</a:t>
            </a:r>
          </a:p>
          <a:p>
            <a:pPr defTabSz="457200">
              <a:defRPr sz="1100" dirty="0"/>
            </a:pPr>
            <a:r>
              <a:rPr/>
              <a:t> - Application Administrator</a:t>
            </a:r>
          </a:p>
          <a:p>
            <a:pPr defTabSz="457200">
              <a:defRPr sz="1100" dirty="0"/>
            </a:pPr>
            <a:r>
              <a:rPr/>
              <a:t> - Cloud Application Administrator</a:t>
            </a:r>
          </a:p>
          <a:p>
            <a:pPr defTabSz="457200">
              <a:defRPr sz="1100" dirty="0"/>
            </a:pPr>
            <a:r>
              <a:rPr/>
              <a:t> - Password Administrator</a:t>
            </a:r>
          </a:p>
          <a:p>
            <a:pPr defTabSz="457200">
              <a:defRPr sz="1100" dirty="0"/>
            </a:pPr>
            <a:r>
              <a:rPr/>
              <a:t> - Privileged Role Administrator</a:t>
            </a:r>
          </a:p>
          <a:p>
            <a:pPr defTabSz="457200">
              <a:defRPr sz="1100" dirty="0"/>
            </a:pPr>
            <a:r>
              <a:rPr/>
              <a:t> - Privileged Authentication Administrator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MOD Administrator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2" name="GrantLabelGrantAccess"/>
          <p:cNvSpPr txBox="1">
            <a:spLocks noChangeArrowheads="1"/>
          </p:cNvSpPr>
          <p:nvPr/>
        </p:nvSpPr>
        <p:spPr bwMode="white">
          <a:xfrm>
            <a:off x="3928464" y="2723089"/>
            <a:ext cx="1381340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00B050"/>
                </a:solidFill>
              </a:rPr>
              <a:t>Grant access</a:t>
            </a:r>
          </a:p>
        </p:txBody>
      </p:sp>
      <p:pic>
        <p:nvPicPr>
          <p:cNvPr id="35" name="IconGrantAccess" descr="Picture with gren tick sign to indicate access was granted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9361" y="2730170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" name="CloudAppActionIncExc"/>
          <p:cNvSpPr txBox="1">
            <a:spLocks noChangeArrowheads="1"/>
          </p:cNvSpPr>
          <p:nvPr/>
        </p:nvSpPr>
        <p:spPr bwMode="white">
          <a:xfrm>
            <a:off x="6039518" y="3662782"/>
            <a:ext cx="3649518" cy="315161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All cloud apps</a:t>
            </a:r>
          </a:p>
        </p:txBody>
      </p:sp>
      <p:pic>
        <p:nvPicPr>
          <p:cNvPr id="75" name="IconAccessAllCloudApps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5"/>
              </a:ext>
            </a:extLst>
          </a:blip>
          <a:srcRect/>
          <a:stretch>
            <a:fillRect/>
          </a:stretch>
        </p:blipFill>
        <p:spPr bwMode="white">
          <a:xfrm>
            <a:off x="6439264" y="2836824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" name="StateDisabled"/>
          <p:cNvSpPr>
            <a:spLocks/>
          </p:cNvSpPr>
          <p:nvPr/>
        </p:nvSpPr>
        <p:spPr bwMode="white">
          <a:xfrm>
            <a:off x="10842170" y="79259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Disabled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7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6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80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1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2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3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5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7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9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9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1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3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5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7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9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10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1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8" name="ShadeClientApps"/>
          <p:cNvSpPr>
            <a:spLocks/>
          </p:cNvSpPr>
          <p:nvPr/>
        </p:nvSpPr>
        <p:spPr bwMode="white">
          <a:xfrm>
            <a:off x="3802273" y="650246"/>
            <a:ext cx="1481482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3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5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7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9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1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1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70" name="IconAssignedToRole"/>
          <p:cNvPicPr>
            <a:picLocks noChangeAspect="1"/>
          </p:cNvPicPr>
          <p:nvPr/>
        </p:nvPicPr>
        <p:blipFill>
          <a:blip r:embed="rId11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3"/>
              </a:ext>
            </a:extLst>
          </a:blip>
          <a:srcRect/>
          <a:stretch>
            <a:fillRect/>
          </a:stretch>
        </p:blipFill>
        <p:spPr bwMode="white">
          <a:xfrm>
            <a:off x="2391841" y="3225674"/>
            <a:ext cx="365760" cy="36576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5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7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9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2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1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GLOBAL - GRANT - MFA - AllAdmins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Guest or external users</a:t>
            </a:r>
          </a:p>
          <a:p>
            <a:pPr defTabSz="457200">
              <a:defRPr sz="1100" b="1" dirty="0"/>
            </a:pPr>
            <a:r>
              <a:rPr/>
              <a:t>  All external Azure AD organizations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CA-GuestExclusions (0)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2" name="GrantLabelGrantAccess"/>
          <p:cNvSpPr txBox="1">
            <a:spLocks noChangeArrowheads="1"/>
          </p:cNvSpPr>
          <p:nvPr/>
        </p:nvSpPr>
        <p:spPr bwMode="white">
          <a:xfrm>
            <a:off x="3928464" y="2723089"/>
            <a:ext cx="1381340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00B050"/>
                </a:solidFill>
              </a:rPr>
              <a:t>Grant access</a:t>
            </a:r>
          </a:p>
        </p:txBody>
      </p:sp>
      <p:pic>
        <p:nvPicPr>
          <p:cNvPr id="35" name="IconGrantAccess" descr="Picture with gren tick sign to indicate access was granted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9361" y="2730170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" name="CloudAppActionIncExc"/>
          <p:cNvSpPr txBox="1">
            <a:spLocks noChangeArrowheads="1"/>
          </p:cNvSpPr>
          <p:nvPr/>
        </p:nvSpPr>
        <p:spPr bwMode="white">
          <a:xfrm>
            <a:off x="6039518" y="3662782"/>
            <a:ext cx="3649518" cy="315161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All cloud apps</a:t>
            </a:r>
          </a:p>
        </p:txBody>
      </p:sp>
      <p:pic>
        <p:nvPicPr>
          <p:cNvPr id="75" name="IconAccessAllCloudApps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39264" y="2836824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" name="StateDisabled"/>
          <p:cNvSpPr>
            <a:spLocks/>
          </p:cNvSpPr>
          <p:nvPr/>
        </p:nvSpPr>
        <p:spPr bwMode="white">
          <a:xfrm>
            <a:off x="10842170" y="79259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Disabled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7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6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80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1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2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3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5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7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9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9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1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3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5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7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9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10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1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8" name="ShadeClientApps"/>
          <p:cNvSpPr>
            <a:spLocks/>
          </p:cNvSpPr>
          <p:nvPr/>
        </p:nvSpPr>
        <p:spPr bwMode="white">
          <a:xfrm>
            <a:off x="3802273" y="650246"/>
            <a:ext cx="1481482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9" name="ShadeLocations"/>
          <p:cNvSpPr>
            <a:spLocks/>
          </p:cNvSpPr>
          <p:nvPr/>
        </p:nvSpPr>
        <p:spPr bwMode="white">
          <a:xfrm>
            <a:off x="8217572" y="669110"/>
            <a:ext cx="187368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3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5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7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9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1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1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73" name="IconAssignedToGuest"/>
          <p:cNvPicPr>
            <a:picLocks noChangeAspect="1"/>
          </p:cNvPicPr>
          <p:nvPr/>
        </p:nvPicPr>
        <p:blipFill>
          <a:blip r:embed="rId11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3"/>
              </a:ext>
            </a:extLst>
          </a:blip>
          <a:srcRect/>
          <a:stretch>
            <a:fillRect/>
          </a:stretch>
        </p:blipFill>
        <p:spPr bwMode="white">
          <a:xfrm>
            <a:off x="2390750" y="2724875"/>
            <a:ext cx="365760" cy="36576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5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7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9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2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1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GLOBAL - GRANT - MFA - External-Guest-Users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Deleted group 8782...aac4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dirty="0"/>
            </a:pPr>
            <a:r>
              <a:rPr/>
              <a:t> - CA-GlobalExclusions (0)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</a:t>
            </a:r>
          </a:p>
          <a:p>
            <a:pPr defTabSz="457200">
              <a:defRPr sz="1100" dirty="0"/>
            </a:pPr>
            <a:r>
              <a:rPr/>
              <a:t> - IAC - Trusted Locations (IP)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0" name="IconBlockAccess" descr="Picture with red color stop sign to indicate blocked access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6633" y="2735805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4" name="GrantLabelBlockAccess"/>
          <p:cNvSpPr txBox="1">
            <a:spLocks noChangeArrowheads="1"/>
          </p:cNvSpPr>
          <p:nvPr/>
        </p:nvSpPr>
        <p:spPr bwMode="white">
          <a:xfrm>
            <a:off x="3936931" y="2734375"/>
            <a:ext cx="1358065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FF0000"/>
                </a:solidFill>
              </a:rPr>
              <a:t>Block access</a:t>
            </a:r>
          </a:p>
        </p:txBody>
      </p:sp>
      <p:sp>
        <p:nvSpPr>
          <p:cNvPr id="3" name="CloudAppActionIncExc"/>
          <p:cNvSpPr txBox="1">
            <a:spLocks noChangeArrowheads="1"/>
          </p:cNvSpPr>
          <p:nvPr/>
        </p:nvSpPr>
        <p:spPr bwMode="white">
          <a:xfrm>
            <a:off x="6039518" y="3662782"/>
            <a:ext cx="3649518" cy="315161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All cloud apps</a:t>
            </a:r>
          </a:p>
        </p:txBody>
      </p:sp>
      <p:pic>
        <p:nvPicPr>
          <p:cNvPr id="75" name="IconAccessAllCloudApps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39264" y="2836824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" name="StateDisabled"/>
          <p:cNvSpPr>
            <a:spLocks/>
          </p:cNvSpPr>
          <p:nvPr/>
        </p:nvSpPr>
        <p:spPr bwMode="white">
          <a:xfrm>
            <a:off x="10842170" y="79259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Disabled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6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7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0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1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2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4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6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8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8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0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2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4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6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8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9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0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8" name="ShadeClientApps"/>
          <p:cNvSpPr>
            <a:spLocks/>
          </p:cNvSpPr>
          <p:nvPr/>
        </p:nvSpPr>
        <p:spPr bwMode="white">
          <a:xfrm>
            <a:off x="3802273" y="650246"/>
            <a:ext cx="1481482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2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4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6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8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0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0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2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GLOBAL – BLOCK – Service Accounts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Directory roles</a:t>
            </a:r>
          </a:p>
          <a:p>
            <a:pPr defTabSz="457200">
              <a:defRPr sz="1100" dirty="0"/>
            </a:pPr>
            <a:r>
              <a:rPr/>
              <a:t> - Application Administrator</a:t>
            </a:r>
          </a:p>
          <a:p>
            <a:pPr defTabSz="457200">
              <a:defRPr sz="1100" dirty="0"/>
            </a:pPr>
            <a:r>
              <a:rPr/>
              <a:t> - Authentication Policy Administrator</a:t>
            </a:r>
          </a:p>
          <a:p>
            <a:pPr defTabSz="457200">
              <a:defRPr sz="1100" dirty="0"/>
            </a:pPr>
            <a:r>
              <a:rPr/>
              <a:t> - Cloud Application Administrator</a:t>
            </a:r>
          </a:p>
          <a:p>
            <a:pPr defTabSz="457200">
              <a:defRPr sz="1100" dirty="0"/>
            </a:pPr>
            <a:r>
              <a:rPr/>
              <a:t> - Compliance Administrator</a:t>
            </a:r>
          </a:p>
          <a:p>
            <a:pPr defTabSz="457200">
              <a:defRPr sz="1100" dirty="0"/>
            </a:pPr>
            <a:r>
              <a:rPr/>
              <a:t> - Compliance Data Administrator</a:t>
            </a:r>
          </a:p>
          <a:p>
            <a:pPr defTabSz="457200">
              <a:defRPr sz="1100" dirty="0"/>
            </a:pPr>
            <a:r>
              <a:rPr/>
              <a:t> - Conditional Access Administrator</a:t>
            </a:r>
          </a:p>
          <a:p>
            <a:pPr defTabSz="457200">
              <a:defRPr sz="1100" dirty="0"/>
            </a:pPr>
            <a:r>
              <a:rPr/>
              <a:t> - Global Administrator</a:t>
            </a:r>
          </a:p>
          <a:p>
            <a:pPr defTabSz="457200">
              <a:defRPr sz="1100" dirty="0"/>
            </a:pPr>
            <a:r>
              <a:rPr/>
              <a:t> - Hybrid Identity Administrator</a:t>
            </a:r>
          </a:p>
          <a:p>
            <a:pPr defTabSz="457200">
              <a:defRPr sz="1100" dirty="0"/>
            </a:pPr>
            <a:r>
              <a:rPr/>
              <a:t> - Privileged Authentication Administrator</a:t>
            </a:r>
          </a:p>
          <a:p>
            <a:pPr defTabSz="457200">
              <a:defRPr sz="1100" dirty="0"/>
            </a:pPr>
            <a:r>
              <a:rPr/>
              <a:t> - Privileged Role Administrator</a:t>
            </a:r>
          </a:p>
          <a:p>
            <a:pPr defTabSz="457200">
              <a:defRPr sz="1100" dirty="0"/>
            </a:pPr>
            <a:r>
              <a:rPr/>
              <a:t> - Security Administrator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dirty="0"/>
            </a:pPr>
            <a:r>
              <a:rPr/>
              <a:t> - Browser</a:t>
            </a:r>
          </a:p>
          <a:p>
            <a:pPr defTabSz="457200">
              <a:defRPr sz="1100" b="1" dirty="0"/>
            </a:pP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2" name="GrantLabelGrantAccess"/>
          <p:cNvSpPr txBox="1">
            <a:spLocks noChangeArrowheads="1"/>
          </p:cNvSpPr>
          <p:nvPr/>
        </p:nvSpPr>
        <p:spPr bwMode="white">
          <a:xfrm>
            <a:off x="3928464" y="2723089"/>
            <a:ext cx="1381340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00B050"/>
                </a:solidFill>
              </a:rPr>
              <a:t>Grant access</a:t>
            </a:r>
          </a:p>
        </p:txBody>
      </p:sp>
      <p:pic>
        <p:nvPicPr>
          <p:cNvPr id="35" name="IconGrantAccess" descr="Picture with gren tick sign to indicate access was granted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9361" y="2730170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" name="CloudAppActionIncExc"/>
          <p:cNvSpPr txBox="1">
            <a:spLocks noChangeArrowheads="1"/>
          </p:cNvSpPr>
          <p:nvPr/>
        </p:nvSpPr>
        <p:spPr bwMode="white">
          <a:xfrm>
            <a:off x="6039518" y="3662782"/>
            <a:ext cx="3649518" cy="315161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All cloud apps</a:t>
            </a:r>
          </a:p>
        </p:txBody>
      </p:sp>
      <p:pic>
        <p:nvPicPr>
          <p:cNvPr id="75" name="IconAccessAllCloudApps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5"/>
              </a:ext>
            </a:extLst>
          </a:blip>
          <a:srcRect/>
          <a:stretch>
            <a:fillRect/>
          </a:stretch>
        </p:blipFill>
        <p:spPr bwMode="white">
          <a:xfrm>
            <a:off x="6439264" y="2836824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" name="StateDisabled"/>
          <p:cNvSpPr>
            <a:spLocks/>
          </p:cNvSpPr>
          <p:nvPr/>
        </p:nvSpPr>
        <p:spPr bwMode="white">
          <a:xfrm>
            <a:off x="10842170" y="79259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Disabled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7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6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80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1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2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3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5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7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9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9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1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3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5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7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9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10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1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9" name="ShadeLocations"/>
          <p:cNvSpPr>
            <a:spLocks/>
          </p:cNvSpPr>
          <p:nvPr/>
        </p:nvSpPr>
        <p:spPr bwMode="white">
          <a:xfrm>
            <a:off x="8217572" y="669110"/>
            <a:ext cx="187368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3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5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7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9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1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1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1 hour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Never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70" name="IconAssignedToRole"/>
          <p:cNvPicPr>
            <a:picLocks noChangeAspect="1"/>
          </p:cNvPicPr>
          <p:nvPr/>
        </p:nvPicPr>
        <p:blipFill>
          <a:blip r:embed="rId11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3"/>
              </a:ext>
            </a:extLst>
          </a:blip>
          <a:srcRect/>
          <a:stretch>
            <a:fillRect/>
          </a:stretch>
        </p:blipFill>
        <p:spPr bwMode="white">
          <a:xfrm>
            <a:off x="2391841" y="3225674"/>
            <a:ext cx="365760" cy="36576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5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7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9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2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1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GLOBAL – SESSION – Admin Persistence (1 Hours)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dirty="0"/>
            </a:pPr>
            <a:r>
              <a:rPr/>
              <a:t> - Browser</a:t>
            </a:r>
          </a:p>
          <a:p>
            <a:pPr defTabSz="457200">
              <a:defRPr sz="1100" b="1" dirty="0"/>
            </a:pP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2" name="GrantLabelGrantAccess"/>
          <p:cNvSpPr txBox="1">
            <a:spLocks noChangeArrowheads="1"/>
          </p:cNvSpPr>
          <p:nvPr/>
        </p:nvSpPr>
        <p:spPr bwMode="white">
          <a:xfrm>
            <a:off x="3928464" y="2723089"/>
            <a:ext cx="1381340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00B050"/>
                </a:solidFill>
              </a:rPr>
              <a:t>Grant access</a:t>
            </a:r>
          </a:p>
        </p:txBody>
      </p:sp>
      <p:pic>
        <p:nvPicPr>
          <p:cNvPr id="35" name="IconGrantAccess" descr="Picture with gren tick sign to indicate access was granted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9361" y="2730170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" name="CloudAppActionIncExc"/>
          <p:cNvSpPr txBox="1">
            <a:spLocks noChangeArrowheads="1"/>
          </p:cNvSpPr>
          <p:nvPr/>
        </p:nvSpPr>
        <p:spPr bwMode="white">
          <a:xfrm>
            <a:off x="6039518" y="3662782"/>
            <a:ext cx="3649518" cy="315161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All cloud apps</a:t>
            </a:r>
          </a:p>
        </p:txBody>
      </p:sp>
      <p:pic>
        <p:nvPicPr>
          <p:cNvPr id="75" name="IconAccessAllCloudApps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39264" y="2836824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" name="StateDisabled"/>
          <p:cNvSpPr>
            <a:spLocks/>
          </p:cNvSpPr>
          <p:nvPr/>
        </p:nvSpPr>
        <p:spPr bwMode="white">
          <a:xfrm>
            <a:off x="10842170" y="79259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Disabled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6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7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0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1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2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4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6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8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8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0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2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4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6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8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9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0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9" name="ShadeLocations"/>
          <p:cNvSpPr>
            <a:spLocks/>
          </p:cNvSpPr>
          <p:nvPr/>
        </p:nvSpPr>
        <p:spPr bwMode="white">
          <a:xfrm>
            <a:off x="8217572" y="669110"/>
            <a:ext cx="187368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2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4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6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8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0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0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12 hours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Never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2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GLOBAL – SESSION – All Users Persistence (9-12 Hours)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dirty="0"/>
            </a:pPr>
            <a:r>
              <a:rPr/>
              <a:t> - CA-DeviceExclusions (0)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dirty="0"/>
            </a:pPr>
            <a:r>
              <a:rPr/>
              <a:t>Exclude when</a:t>
            </a:r>
          </a:p>
          <a:p>
            <a:pPr defTabSz="457200">
              <a:defRPr sz="1100" dirty="0"/>
            </a:pPr>
            <a:r>
              <a:rPr/>
              <a:t>device.isCompliant -eq True -and device.trustType -eq "ServerAD" -or device.trustType -eq "AzureAD"</a:t>
            </a:r>
          </a:p>
          <a:p>
            <a:pPr defTabSz="457200">
              <a:defRPr sz="1100" dirty="0"/>
            </a:pP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0" name="IconBlockAccess" descr="Picture with red color stop sign to indicate blocked access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6633" y="2735805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4" name="GrantLabelBlockAccess"/>
          <p:cNvSpPr txBox="1">
            <a:spLocks noChangeArrowheads="1"/>
          </p:cNvSpPr>
          <p:nvPr/>
        </p:nvSpPr>
        <p:spPr bwMode="white">
          <a:xfrm>
            <a:off x="3936931" y="2734375"/>
            <a:ext cx="1358065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FF0000"/>
                </a:solidFill>
              </a:rPr>
              <a:t>Block access</a:t>
            </a:r>
          </a:p>
        </p:txBody>
      </p:sp>
      <p:sp>
        <p:nvSpPr>
          <p:cNvPr id="3" name="CloudAppActionIncExc"/>
          <p:cNvSpPr txBox="1">
            <a:spLocks noChangeArrowheads="1"/>
          </p:cNvSpPr>
          <p:nvPr/>
        </p:nvSpPr>
        <p:spPr bwMode="white">
          <a:xfrm>
            <a:off x="6039518" y="3662782"/>
            <a:ext cx="3649518" cy="315161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All cloud apps</a:t>
            </a:r>
          </a:p>
        </p:txBody>
      </p:sp>
      <p:pic>
        <p:nvPicPr>
          <p:cNvPr id="75" name="IconAccessAllCloudApps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39264" y="2836824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" name="StateDisabled"/>
          <p:cNvSpPr>
            <a:spLocks/>
          </p:cNvSpPr>
          <p:nvPr/>
        </p:nvSpPr>
        <p:spPr bwMode="white">
          <a:xfrm>
            <a:off x="10842170" y="79259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Disabled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6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7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0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1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2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4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6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8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8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0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2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4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6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8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9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0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8" name="ShadeClientApps"/>
          <p:cNvSpPr>
            <a:spLocks/>
          </p:cNvSpPr>
          <p:nvPr/>
        </p:nvSpPr>
        <p:spPr bwMode="white">
          <a:xfrm>
            <a:off x="3802273" y="650246"/>
            <a:ext cx="1481482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9" name="ShadeLocations"/>
          <p:cNvSpPr>
            <a:spLocks/>
          </p:cNvSpPr>
          <p:nvPr/>
        </p:nvSpPr>
        <p:spPr bwMode="white">
          <a:xfrm>
            <a:off x="8217572" y="669110"/>
            <a:ext cx="187368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2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4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6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8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0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0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2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INTUNE - BLOCK - RequireCompliantDevice - NonTrustedLocations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dirty="0"/>
            </a:pPr>
            <a:r>
              <a:rPr/>
              <a:t> - CA-DeviceExclusions (0)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</a:t>
            </a:r>
          </a:p>
          <a:p>
            <a:pPr defTabSz="457200">
              <a:defRPr sz="1100" dirty="0"/>
            </a:pPr>
            <a:r>
              <a:rPr/>
              <a:t> - AllTrusted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</a:t>
            </a:r>
          </a:p>
          <a:p>
            <a:pPr defTabSz="457200">
              <a:defRPr sz="1100" dirty="0"/>
            </a:pPr>
            <a:r>
              <a:rPr/>
              <a:t> - AllTrusted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2" name="GrantLabelGrantAccess"/>
          <p:cNvSpPr txBox="1">
            <a:spLocks noChangeArrowheads="1"/>
          </p:cNvSpPr>
          <p:nvPr/>
        </p:nvSpPr>
        <p:spPr bwMode="white">
          <a:xfrm>
            <a:off x="3928464" y="2723089"/>
            <a:ext cx="1381340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00B050"/>
                </a:solidFill>
              </a:rPr>
              <a:t>Grant access</a:t>
            </a:r>
          </a:p>
        </p:txBody>
      </p:sp>
      <p:pic>
        <p:nvPicPr>
          <p:cNvPr id="35" name="IconGrantAccess" descr="Picture with gren tick sign to indicate access was granted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9361" y="2730170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" name="CloudAppActionIncExc"/>
          <p:cNvSpPr txBox="1">
            <a:spLocks noChangeArrowheads="1"/>
          </p:cNvSpPr>
          <p:nvPr/>
        </p:nvSpPr>
        <p:spPr bwMode="white">
          <a:xfrm>
            <a:off x="6039518" y="3662782"/>
            <a:ext cx="3649518" cy="315161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All cloud apps</a:t>
            </a:r>
          </a:p>
        </p:txBody>
      </p:sp>
      <p:pic>
        <p:nvPicPr>
          <p:cNvPr id="75" name="IconAccessAllCloudApps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39264" y="2836824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" name="StateDisabled"/>
          <p:cNvSpPr>
            <a:spLocks/>
          </p:cNvSpPr>
          <p:nvPr/>
        </p:nvSpPr>
        <p:spPr bwMode="white">
          <a:xfrm>
            <a:off x="10842170" y="79259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Disabled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6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7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0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1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2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4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6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8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8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0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2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4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6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8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9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0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8" name="ShadeClientApps"/>
          <p:cNvSpPr>
            <a:spLocks/>
          </p:cNvSpPr>
          <p:nvPr/>
        </p:nvSpPr>
        <p:spPr bwMode="white">
          <a:xfrm>
            <a:off x="3802273" y="650246"/>
            <a:ext cx="1481482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sp>
        <p:nvSpPr>
          <p:cNvPr id="68" name="GrantRequireLabel"/>
          <p:cNvSpPr txBox="1">
            <a:spLocks noChangeArrowheads="1"/>
          </p:cNvSpPr>
          <p:nvPr/>
        </p:nvSpPr>
        <p:spPr bwMode="white">
          <a:xfrm>
            <a:off x="4775511" y="3240533"/>
            <a:ext cx="885943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cap="small" dirty="0">
                <a:solidFill>
                  <a:schemeClr val="bg2"/>
                </a:solidFill>
              </a:rPr>
              <a:t>Require ONE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2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4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6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8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0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0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2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INTUNE - GRANT - RequireCompliantDevice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dirty="0"/>
            </a:pPr>
            <a:r>
              <a:rPr/>
              <a:t> - CA-DeviceExclusions (0)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2" name="GrantLabelGrantAccess"/>
          <p:cNvSpPr txBox="1">
            <a:spLocks noChangeArrowheads="1"/>
          </p:cNvSpPr>
          <p:nvPr/>
        </p:nvSpPr>
        <p:spPr bwMode="white">
          <a:xfrm>
            <a:off x="3928464" y="2723089"/>
            <a:ext cx="1381340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00B050"/>
                </a:solidFill>
              </a:rPr>
              <a:t>Grant access</a:t>
            </a:r>
          </a:p>
        </p:txBody>
      </p:sp>
      <p:pic>
        <p:nvPicPr>
          <p:cNvPr id="35" name="IconGrantAccess" descr="Picture with gren tick sign to indicate access was granted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9361" y="2730170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2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Register or join devices </a:t>
            </a:r>
          </a:p>
        </p:txBody>
      </p:sp>
      <p:pic>
        <p:nvPicPr>
          <p:cNvPr id="51" name="IconAccessRegisterOrJoinDevice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51371" y="2882544"/>
            <a:ext cx="548640" cy="54864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" name="StateDisabled"/>
          <p:cNvSpPr>
            <a:spLocks/>
          </p:cNvSpPr>
          <p:nvPr/>
        </p:nvSpPr>
        <p:spPr bwMode="white">
          <a:xfrm>
            <a:off x="10842170" y="79259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Disabled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6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80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1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2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3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5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7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 strength:Multifactor authentication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9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9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1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3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5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7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9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10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1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8" name="ShadeClientApps"/>
          <p:cNvSpPr>
            <a:spLocks/>
          </p:cNvSpPr>
          <p:nvPr/>
        </p:nvSpPr>
        <p:spPr bwMode="white">
          <a:xfrm>
            <a:off x="3802273" y="650246"/>
            <a:ext cx="1481482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9" name="ShadeLocations"/>
          <p:cNvSpPr>
            <a:spLocks/>
          </p:cNvSpPr>
          <p:nvPr/>
        </p:nvSpPr>
        <p:spPr bwMode="white">
          <a:xfrm>
            <a:off x="8217572" y="669110"/>
            <a:ext cx="187368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3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5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7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9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1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1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25" name="PicAccessRegisterDevice" descr="Graphical user interface, application&#10;&#10;Description automatically generated"/>
          <p:cNvPicPr>
            <a:picLocks noChangeAspect="1"/>
          </p:cNvPicPr>
          <p:nvPr/>
        </p:nvPicPr>
        <p:blipFill>
          <a:blip r:embed="rId112">
            <a:lum/>
          </a:blip>
          <a:srcRect r="4400" b="6054"/>
          <a:stretch>
            <a:fillRect/>
          </a:stretch>
        </p:blipFill>
        <p:spPr bwMode="white">
          <a:xfrm>
            <a:off x="5896533" y="3744401"/>
            <a:ext cx="3874103" cy="2163097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0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INTUNE – GRANT – Device Registration from trusted location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Directory roles</a:t>
            </a:r>
          </a:p>
          <a:p>
            <a:pPr defTabSz="457200">
              <a:defRPr sz="1100" dirty="0"/>
            </a:pPr>
            <a:r>
              <a:rPr/>
              <a:t> - Directory Synchronization Accounts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dirty="0"/>
            </a:pPr>
            <a:r>
              <a:rPr/>
              <a:t> - CA-DeviceExclusions (0)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dirty="0"/>
            </a:pPr>
            <a:r>
              <a:rPr/>
              <a:t> - Mobile app and desktop clients</a:t>
            </a:r>
          </a:p>
          <a:p>
            <a:pPr defTabSz="457200">
              <a:defRPr sz="1100" b="1" dirty="0"/>
            </a:pP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2" name="GrantLabelGrantAccess"/>
          <p:cNvSpPr txBox="1">
            <a:spLocks noChangeArrowheads="1"/>
          </p:cNvSpPr>
          <p:nvPr/>
        </p:nvSpPr>
        <p:spPr bwMode="white">
          <a:xfrm>
            <a:off x="3928464" y="2723089"/>
            <a:ext cx="1381340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00B050"/>
                </a:solidFill>
              </a:rPr>
              <a:t>Grant access</a:t>
            </a:r>
          </a:p>
        </p:txBody>
      </p:sp>
      <p:pic>
        <p:nvPicPr>
          <p:cNvPr id="35" name="IconGrantAccess" descr="Picture with gren tick sign to indicate access was granted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9361" y="2730170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" name="CloudAppActionIncExc"/>
          <p:cNvSpPr txBox="1">
            <a:spLocks noChangeArrowheads="1"/>
          </p:cNvSpPr>
          <p:nvPr/>
        </p:nvSpPr>
        <p:spPr bwMode="white">
          <a:xfrm>
            <a:off x="6039518" y="3662782"/>
            <a:ext cx="3649518" cy="315161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All cloud apps</a:t>
            </a:r>
          </a:p>
        </p:txBody>
      </p:sp>
      <p:pic>
        <p:nvPicPr>
          <p:cNvPr id="75" name="IconAccessAllCloudApps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39264" y="2836824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" name="StateDisabled"/>
          <p:cNvSpPr>
            <a:spLocks/>
          </p:cNvSpPr>
          <p:nvPr/>
        </p:nvSpPr>
        <p:spPr bwMode="white">
          <a:xfrm>
            <a:off x="10842170" y="79259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Disabled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6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7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0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1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2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4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6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8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8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0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2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4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6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8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9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0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9" name="ShadeLocations"/>
          <p:cNvSpPr>
            <a:spLocks/>
          </p:cNvSpPr>
          <p:nvPr/>
        </p:nvSpPr>
        <p:spPr bwMode="white">
          <a:xfrm>
            <a:off x="8217572" y="669110"/>
            <a:ext cx="187368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2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4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6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8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0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0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2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INTUNE – GRANT – Mobile Apps and Desktop Clients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</a:t>
            </a:r>
          </a:p>
          <a:p>
            <a:pPr defTabSz="457200">
              <a:defRPr sz="1100" dirty="0"/>
            </a:pPr>
            <a:r>
              <a:rPr/>
              <a:t> - 📱Android</a:t>
            </a:r>
          </a:p>
          <a:p>
            <a:pPr defTabSz="457200">
              <a:defRPr sz="1100" dirty="0"/>
            </a:pPr>
            <a:r>
              <a:rPr/>
              <a:t> - 📱 iOS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dirty="0"/>
            </a:pPr>
            <a:r>
              <a:rPr/>
              <a:t> - Mobile app and desktop clients</a:t>
            </a:r>
          </a:p>
          <a:p>
            <a:pPr defTabSz="457200">
              <a:defRPr sz="1100" b="1" dirty="0"/>
            </a:pP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2" name="GrantLabelGrantAccess"/>
          <p:cNvSpPr txBox="1">
            <a:spLocks noChangeArrowheads="1"/>
          </p:cNvSpPr>
          <p:nvPr/>
        </p:nvSpPr>
        <p:spPr bwMode="white">
          <a:xfrm>
            <a:off x="3928464" y="2723089"/>
            <a:ext cx="1381340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00B050"/>
                </a:solidFill>
              </a:rPr>
              <a:t>Grant access</a:t>
            </a:r>
          </a:p>
        </p:txBody>
      </p:sp>
      <p:pic>
        <p:nvPicPr>
          <p:cNvPr id="35" name="IconGrantAccess" descr="Picture with gren tick sign to indicate access was granted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9361" y="2730170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26" name="IconGroupIdentity"/>
          <p:cNvPicPr>
            <a:picLocks noChangeAspect="1"/>
          </p:cNvPicPr>
          <p:nvPr/>
        </p:nvPicPr>
        <p:blipFill>
          <a:blip r:embed="rId1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2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Office 365</a:t>
            </a:r>
          </a:p>
        </p:txBody>
      </p:sp>
      <p:pic>
        <p:nvPicPr>
          <p:cNvPr id="50" name="IconAccessOffice365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39264" y="2882544"/>
            <a:ext cx="548640" cy="54864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" name="StateDisabled"/>
          <p:cNvSpPr>
            <a:spLocks/>
          </p:cNvSpPr>
          <p:nvPr/>
        </p:nvSpPr>
        <p:spPr bwMode="white">
          <a:xfrm>
            <a:off x="10842170" y="79259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Disabled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6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80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1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2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3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5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7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9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9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1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3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5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7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9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10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1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9" name="ShadeLocations"/>
          <p:cNvSpPr>
            <a:spLocks/>
          </p:cNvSpPr>
          <p:nvPr/>
        </p:nvSpPr>
        <p:spPr bwMode="white">
          <a:xfrm>
            <a:off x="8217572" y="669110"/>
            <a:ext cx="187368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sp>
        <p:nvSpPr>
          <p:cNvPr id="68" name="GrantRequireLabel"/>
          <p:cNvSpPr txBox="1">
            <a:spLocks noChangeArrowheads="1"/>
          </p:cNvSpPr>
          <p:nvPr/>
        </p:nvSpPr>
        <p:spPr bwMode="white">
          <a:xfrm>
            <a:off x="4775511" y="3240533"/>
            <a:ext cx="885943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cap="small" dirty="0">
                <a:solidFill>
                  <a:schemeClr val="bg2"/>
                </a:solidFill>
              </a:rPr>
              <a:t>Require ONE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3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5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7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9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1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1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22" name="PicAccessOffice365" descr="Graphical user interface, application&#10;&#10;Description automatically generated"/>
          <p:cNvPicPr>
            <a:picLocks noChangeAspect="1"/>
          </p:cNvPicPr>
          <p:nvPr/>
        </p:nvPicPr>
        <p:blipFill>
          <a:blip r:embed="rId112">
            <a:lum/>
          </a:blip>
          <a:srcRect/>
          <a:stretch>
            <a:fillRect/>
          </a:stretch>
        </p:blipFill>
        <p:spPr bwMode="white">
          <a:xfrm>
            <a:off x="6673101" y="3457952"/>
            <a:ext cx="2328560" cy="3498547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0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INTUNE – GRANT – Mobile Device Access Requirements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dirty="0"/>
            </a:pPr>
            <a:r>
              <a:rPr/>
              <a:t> - CA-DeviceExclusions (0)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</a:t>
            </a:r>
          </a:p>
          <a:p>
            <a:pPr defTabSz="457200">
              <a:defRPr sz="1100" dirty="0"/>
            </a:pPr>
            <a:r>
              <a:rPr/>
              <a:t> - 📱Android</a:t>
            </a:r>
          </a:p>
          <a:p>
            <a:pPr defTabSz="457200">
              <a:defRPr sz="1100" dirty="0"/>
            </a:pPr>
            <a:r>
              <a:rPr/>
              <a:t> - 📱 iOS</a:t>
            </a:r>
          </a:p>
          <a:p>
            <a:pPr defTabSz="457200">
              <a:defRPr sz="1100" dirty="0"/>
            </a:pPr>
            <a:r>
              <a:rPr/>
              <a:t> - 💻 Windows</a:t>
            </a:r>
          </a:p>
          <a:p>
            <a:pPr defTabSz="457200">
              <a:defRPr sz="1100" dirty="0"/>
            </a:pPr>
            <a:r>
              <a:rPr/>
              <a:t> - 💻 macOS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</a:t>
            </a:r>
          </a:p>
          <a:p>
            <a:pPr defTabSz="457200">
              <a:defRPr sz="1100" dirty="0"/>
            </a:pPr>
            <a:r>
              <a:rPr/>
              <a:t> - AllTrusted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dirty="0"/>
            </a:pPr>
            <a:r>
              <a:rPr/>
              <a:t>Exclude when</a:t>
            </a:r>
          </a:p>
          <a:p>
            <a:pPr defTabSz="457200">
              <a:defRPr sz="1100" dirty="0"/>
            </a:pPr>
            <a:r>
              <a:rPr/>
              <a:t>device.isCompliant -eq True -or device.trustType -eq "AzureAD" -or device.trustType -eq "ServerAD"</a:t>
            </a:r>
          </a:p>
          <a:p>
            <a:pPr defTabSz="457200">
              <a:defRPr sz="1100" dirty="0"/>
            </a:pP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2" name="GrantLabelGrantAccess"/>
          <p:cNvSpPr txBox="1">
            <a:spLocks noChangeArrowheads="1"/>
          </p:cNvSpPr>
          <p:nvPr/>
        </p:nvSpPr>
        <p:spPr bwMode="white">
          <a:xfrm>
            <a:off x="3928464" y="2723089"/>
            <a:ext cx="1381340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00B050"/>
                </a:solidFill>
              </a:rPr>
              <a:t>Grant access</a:t>
            </a:r>
          </a:p>
        </p:txBody>
      </p:sp>
      <p:pic>
        <p:nvPicPr>
          <p:cNvPr id="35" name="IconGrantAccess" descr="Picture with gren tick sign to indicate access was granted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9361" y="2730170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26" name="IconGroupIdentity"/>
          <p:cNvPicPr>
            <a:picLocks noChangeAspect="1"/>
          </p:cNvPicPr>
          <p:nvPr/>
        </p:nvPicPr>
        <p:blipFill>
          <a:blip r:embed="rId1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2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Office 365</a:t>
            </a:r>
          </a:p>
        </p:txBody>
      </p:sp>
      <p:pic>
        <p:nvPicPr>
          <p:cNvPr id="50" name="IconAccessOffice365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39264" y="2882544"/>
            <a:ext cx="548640" cy="54864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" name="StateDisabled"/>
          <p:cNvSpPr>
            <a:spLocks/>
          </p:cNvSpPr>
          <p:nvPr/>
        </p:nvSpPr>
        <p:spPr bwMode="white">
          <a:xfrm>
            <a:off x="10842170" y="79259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Disabled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6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80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1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2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3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5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7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9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9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1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3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5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7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9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10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1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8" name="ShadeClientApps"/>
          <p:cNvSpPr>
            <a:spLocks/>
          </p:cNvSpPr>
          <p:nvPr/>
        </p:nvSpPr>
        <p:spPr bwMode="white">
          <a:xfrm>
            <a:off x="3802273" y="650246"/>
            <a:ext cx="1481482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3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5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7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9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1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1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Block downloads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22" name="PicAccessOffice365" descr="Graphical user interface, application&#10;&#10;Description automatically generated"/>
          <p:cNvPicPr>
            <a:picLocks noChangeAspect="1"/>
          </p:cNvPicPr>
          <p:nvPr/>
        </p:nvPicPr>
        <p:blipFill>
          <a:blip r:embed="rId112">
            <a:lum/>
          </a:blip>
          <a:srcRect/>
          <a:stretch>
            <a:fillRect/>
          </a:stretch>
        </p:blipFill>
        <p:spPr bwMode="white">
          <a:xfrm>
            <a:off x="6673101" y="3457952"/>
            <a:ext cx="2328560" cy="3498547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0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INTUNE – SESSION – Block File Downloads On Unmanaged Devices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dirty="0"/>
            </a:pPr>
            <a:r>
              <a:rPr/>
              <a:t> - CA-GlobalExclusions (0)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dirty="0"/>
            </a:pPr>
            <a:r>
              <a:rPr/>
              <a:t>Exclude when</a:t>
            </a:r>
          </a:p>
          <a:p>
            <a:pPr defTabSz="457200">
              <a:defRPr sz="1100" dirty="0"/>
            </a:pPr>
            <a:r>
              <a:rPr/>
              <a:t>device.isCompliant -eq True</a:t>
            </a:r>
          </a:p>
          <a:p>
            <a:pPr defTabSz="457200">
              <a:defRPr sz="1100" dirty="0"/>
            </a:pP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2" name="GrantLabelGrantAccess"/>
          <p:cNvSpPr txBox="1">
            <a:spLocks noChangeArrowheads="1"/>
          </p:cNvSpPr>
          <p:nvPr/>
        </p:nvSpPr>
        <p:spPr bwMode="white">
          <a:xfrm>
            <a:off x="3928464" y="2723089"/>
            <a:ext cx="1381340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00B050"/>
                </a:solidFill>
              </a:rPr>
              <a:t>Grant access</a:t>
            </a:r>
          </a:p>
        </p:txBody>
      </p:sp>
      <p:pic>
        <p:nvPicPr>
          <p:cNvPr id="35" name="IconGrantAccess" descr="Picture with gren tick sign to indicate access was granted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9361" y="2730170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" name="CloudAppActionIncExc"/>
          <p:cNvSpPr txBox="1">
            <a:spLocks noChangeArrowheads="1"/>
          </p:cNvSpPr>
          <p:nvPr/>
        </p:nvSpPr>
        <p:spPr bwMode="white">
          <a:xfrm>
            <a:off x="6039518" y="3662782"/>
            <a:ext cx="3649518" cy="315161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All cloud apps</a:t>
            </a:r>
          </a:p>
        </p:txBody>
      </p:sp>
      <p:pic>
        <p:nvPicPr>
          <p:cNvPr id="75" name="IconAccessAllCloudApps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39264" y="2836824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" name="StateDisabled"/>
          <p:cNvSpPr>
            <a:spLocks/>
          </p:cNvSpPr>
          <p:nvPr/>
        </p:nvSpPr>
        <p:spPr bwMode="white">
          <a:xfrm>
            <a:off x="10842170" y="79259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Disabled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6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7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0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1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2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4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6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8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8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0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2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4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6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8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9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0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8" name="ShadeClientApps"/>
          <p:cNvSpPr>
            <a:spLocks/>
          </p:cNvSpPr>
          <p:nvPr/>
        </p:nvSpPr>
        <p:spPr bwMode="white">
          <a:xfrm>
            <a:off x="3802273" y="650246"/>
            <a:ext cx="1481482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9" name="ShadeLocations"/>
          <p:cNvSpPr>
            <a:spLocks/>
          </p:cNvSpPr>
          <p:nvPr/>
        </p:nvSpPr>
        <p:spPr bwMode="white">
          <a:xfrm>
            <a:off x="8217572" y="669110"/>
            <a:ext cx="187368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2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4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6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8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0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0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9 hours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Never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2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INTUNE – SESSION – BYOD Persistence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User risk:</a:t>
            </a:r>
          </a:p>
          <a:p>
            <a:pPr defTabSz="457200">
              <a:defRPr sz="1100" dirty="0"/>
            </a:pPr>
            <a:r>
              <a:rPr/>
              <a:t> - High</a:t>
            </a:r>
          </a:p>
          <a:p>
            <a:pPr defTabSz="457200">
              <a:defRPr sz="1100" dirty="0"/>
            </a:pPr>
            <a:r>
              <a:rPr/>
              <a:t> - Medium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0" name="IconBlockAccess" descr="Picture with red color stop sign to indicate blocked access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6633" y="2735805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4" name="GrantLabelBlockAccess"/>
          <p:cNvSpPr txBox="1">
            <a:spLocks noChangeArrowheads="1"/>
          </p:cNvSpPr>
          <p:nvPr/>
        </p:nvSpPr>
        <p:spPr bwMode="white">
          <a:xfrm>
            <a:off x="3936931" y="2734375"/>
            <a:ext cx="1358065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FF0000"/>
                </a:solidFill>
              </a:rPr>
              <a:t>Block access</a:t>
            </a: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Register security information</a:t>
            </a:r>
          </a:p>
        </p:txBody>
      </p:sp>
      <p:sp>
        <p:nvSpPr>
          <p:cNvPr id="6" name="StateDisabled"/>
          <p:cNvSpPr>
            <a:spLocks/>
          </p:cNvSpPr>
          <p:nvPr/>
        </p:nvSpPr>
        <p:spPr bwMode="white">
          <a:xfrm>
            <a:off x="10842170" y="79259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Disabled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22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3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6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6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7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0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1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3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5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7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8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9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1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3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5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7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69" name="IconAccessMySecurityInfo"/>
          <p:cNvPicPr>
            <a:picLocks noChangeAspect="1"/>
          </p:cNvPicPr>
          <p:nvPr/>
        </p:nvPicPr>
        <p:blipFill>
          <a:blip r:embed="rId9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9"/>
              </a:ext>
            </a:extLst>
          </a:blip>
          <a:srcRect/>
          <a:stretch>
            <a:fillRect/>
          </a:stretch>
        </p:blipFill>
        <p:spPr bwMode="white">
          <a:xfrm>
            <a:off x="6451371" y="2882544"/>
            <a:ext cx="548640" cy="54864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10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1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8" name="ShadeClientApps"/>
          <p:cNvSpPr>
            <a:spLocks/>
          </p:cNvSpPr>
          <p:nvPr/>
        </p:nvSpPr>
        <p:spPr bwMode="white">
          <a:xfrm>
            <a:off x="3802273" y="650246"/>
            <a:ext cx="1481482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9" name="ShadeLocations"/>
          <p:cNvSpPr>
            <a:spLocks/>
          </p:cNvSpPr>
          <p:nvPr/>
        </p:nvSpPr>
        <p:spPr bwMode="white">
          <a:xfrm>
            <a:off x="8217572" y="669110"/>
            <a:ext cx="187368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2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3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5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7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9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1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1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61" name="PicAccessSecurityInfo" descr="Graphical user interface, text, application, email&#10;&#10;Description automatically generated"/>
          <p:cNvPicPr>
            <a:picLocks noChangeAspect="1"/>
          </p:cNvPicPr>
          <p:nvPr/>
        </p:nvPicPr>
        <p:blipFill>
          <a:blip r:embed="rId112">
            <a:lum/>
          </a:blip>
          <a:srcRect/>
          <a:stretch>
            <a:fillRect/>
          </a:stretch>
        </p:blipFill>
        <p:spPr bwMode="white">
          <a:xfrm>
            <a:off x="6019248" y="3736425"/>
            <a:ext cx="3673090" cy="2094172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0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P2 - GLOBAL - BLOCK - RiskyUsers - RegisterSecurityInfoRequirements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dirty="0"/>
            </a:pPr>
            <a:r>
              <a:rPr/>
              <a:t> - CA-GlobalExclusions (0)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Sign-in risk:</a:t>
            </a:r>
          </a:p>
          <a:p>
            <a:pPr defTabSz="457200">
              <a:defRPr sz="1100" dirty="0"/>
            </a:pPr>
            <a:r>
              <a:rPr/>
              <a:t> - High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2" name="GrantLabelGrantAccess"/>
          <p:cNvSpPr txBox="1">
            <a:spLocks noChangeArrowheads="1"/>
          </p:cNvSpPr>
          <p:nvPr/>
        </p:nvSpPr>
        <p:spPr bwMode="white">
          <a:xfrm>
            <a:off x="3928464" y="2723089"/>
            <a:ext cx="1381340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00B050"/>
                </a:solidFill>
              </a:rPr>
              <a:t>Grant access</a:t>
            </a:r>
          </a:p>
        </p:txBody>
      </p:sp>
      <p:pic>
        <p:nvPicPr>
          <p:cNvPr id="35" name="IconGrantAccess" descr="Picture with gren tick sign to indicate access was granted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9361" y="2730170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" name="CloudAppActionIncExc"/>
          <p:cNvSpPr txBox="1">
            <a:spLocks noChangeArrowheads="1"/>
          </p:cNvSpPr>
          <p:nvPr/>
        </p:nvSpPr>
        <p:spPr bwMode="white">
          <a:xfrm>
            <a:off x="6039518" y="3662782"/>
            <a:ext cx="3649518" cy="315161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All cloud apps</a:t>
            </a:r>
          </a:p>
        </p:txBody>
      </p:sp>
      <p:pic>
        <p:nvPicPr>
          <p:cNvPr id="75" name="IconAccessAllCloudApps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39264" y="2836824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" name="StateDisabled"/>
          <p:cNvSpPr>
            <a:spLocks/>
          </p:cNvSpPr>
          <p:nvPr/>
        </p:nvSpPr>
        <p:spPr bwMode="white">
          <a:xfrm>
            <a:off x="10842170" y="79259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Disabled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6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7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0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1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2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4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6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 strength:Modern MFA + TAP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8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8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0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2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4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6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8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9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0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8" name="ShadeClientApps"/>
          <p:cNvSpPr>
            <a:spLocks/>
          </p:cNvSpPr>
          <p:nvPr/>
        </p:nvSpPr>
        <p:spPr bwMode="white">
          <a:xfrm>
            <a:off x="3802273" y="650246"/>
            <a:ext cx="1481482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9" name="ShadeLocations"/>
          <p:cNvSpPr>
            <a:spLocks/>
          </p:cNvSpPr>
          <p:nvPr/>
        </p:nvSpPr>
        <p:spPr bwMode="white">
          <a:xfrm>
            <a:off x="8217572" y="669110"/>
            <a:ext cx="187368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2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4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6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8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0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0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Every time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2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P2 - GLOBAL – GRANT – High-Risk Sign-Ins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dirty="0"/>
            </a:pPr>
            <a:r>
              <a:rPr/>
              <a:t> - CA-GlobalExclusions (0)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User risk:</a:t>
            </a:r>
          </a:p>
          <a:p>
            <a:pPr defTabSz="457200">
              <a:defRPr sz="1100" dirty="0"/>
            </a:pPr>
            <a:r>
              <a:rPr/>
              <a:t> - High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2" name="GrantLabelGrantAccess"/>
          <p:cNvSpPr txBox="1">
            <a:spLocks noChangeArrowheads="1"/>
          </p:cNvSpPr>
          <p:nvPr/>
        </p:nvSpPr>
        <p:spPr bwMode="white">
          <a:xfrm>
            <a:off x="3928464" y="2723089"/>
            <a:ext cx="1381340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00B050"/>
                </a:solidFill>
              </a:rPr>
              <a:t>Grant access</a:t>
            </a:r>
          </a:p>
        </p:txBody>
      </p:sp>
      <p:pic>
        <p:nvPicPr>
          <p:cNvPr id="35" name="IconGrantAccess" descr="Picture with gren tick sign to indicate access was granted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9361" y="2730170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" name="CloudAppActionIncExc"/>
          <p:cNvSpPr txBox="1">
            <a:spLocks noChangeArrowheads="1"/>
          </p:cNvSpPr>
          <p:nvPr/>
        </p:nvSpPr>
        <p:spPr bwMode="white">
          <a:xfrm>
            <a:off x="6039518" y="3662782"/>
            <a:ext cx="3649518" cy="315161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All cloud apps</a:t>
            </a:r>
          </a:p>
        </p:txBody>
      </p:sp>
      <p:pic>
        <p:nvPicPr>
          <p:cNvPr id="75" name="IconAccessAllCloudApps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39264" y="2836824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" name="StateDisabled"/>
          <p:cNvSpPr>
            <a:spLocks/>
          </p:cNvSpPr>
          <p:nvPr/>
        </p:nvSpPr>
        <p:spPr bwMode="white">
          <a:xfrm>
            <a:off x="10842170" y="79259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Disabled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6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7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0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1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2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4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6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8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8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0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2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4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6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8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9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0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8" name="ShadeClientApps"/>
          <p:cNvSpPr>
            <a:spLocks/>
          </p:cNvSpPr>
          <p:nvPr/>
        </p:nvSpPr>
        <p:spPr bwMode="white">
          <a:xfrm>
            <a:off x="3802273" y="650246"/>
            <a:ext cx="1481482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9" name="ShadeLocations"/>
          <p:cNvSpPr>
            <a:spLocks/>
          </p:cNvSpPr>
          <p:nvPr/>
        </p:nvSpPr>
        <p:spPr bwMode="white">
          <a:xfrm>
            <a:off x="8217572" y="669110"/>
            <a:ext cx="187368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sp>
        <p:nvSpPr>
          <p:cNvPr id="68" name="GrantRequireLabel"/>
          <p:cNvSpPr txBox="1">
            <a:spLocks noChangeArrowheads="1"/>
          </p:cNvSpPr>
          <p:nvPr/>
        </p:nvSpPr>
        <p:spPr bwMode="white">
          <a:xfrm>
            <a:off x="4775511" y="3240533"/>
            <a:ext cx="885943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cap="small" dirty="0">
                <a:solidFill>
                  <a:schemeClr val="bg2"/>
                </a:solidFill>
              </a:rPr>
              <a:t>Require ALL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2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4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6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8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0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0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Every time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2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P2 - GLOBAL – GRANT – High-Risk Users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dirty="0"/>
            </a:pPr>
            <a:r>
              <a:rPr/>
              <a:t> - CA-GlobalExclusions (0)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Sign-in risk:</a:t>
            </a:r>
          </a:p>
          <a:p>
            <a:pPr defTabSz="457200">
              <a:defRPr sz="1100" dirty="0"/>
            </a:pPr>
            <a:r>
              <a:rPr/>
              <a:t> - Medium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2" name="GrantLabelGrantAccess"/>
          <p:cNvSpPr txBox="1">
            <a:spLocks noChangeArrowheads="1"/>
          </p:cNvSpPr>
          <p:nvPr/>
        </p:nvSpPr>
        <p:spPr bwMode="white">
          <a:xfrm>
            <a:off x="3928464" y="2723089"/>
            <a:ext cx="1381340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00B050"/>
                </a:solidFill>
              </a:rPr>
              <a:t>Grant access</a:t>
            </a:r>
          </a:p>
        </p:txBody>
      </p:sp>
      <p:pic>
        <p:nvPicPr>
          <p:cNvPr id="35" name="IconGrantAccess" descr="Picture with gren tick sign to indicate access was granted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9361" y="2730170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" name="CloudAppActionIncExc"/>
          <p:cNvSpPr txBox="1">
            <a:spLocks noChangeArrowheads="1"/>
          </p:cNvSpPr>
          <p:nvPr/>
        </p:nvSpPr>
        <p:spPr bwMode="white">
          <a:xfrm>
            <a:off x="6039518" y="3662782"/>
            <a:ext cx="3649518" cy="315161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All cloud apps</a:t>
            </a:r>
          </a:p>
        </p:txBody>
      </p:sp>
      <p:pic>
        <p:nvPicPr>
          <p:cNvPr id="75" name="IconAccessAllCloudApps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39264" y="2836824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" name="StateDisabled"/>
          <p:cNvSpPr>
            <a:spLocks/>
          </p:cNvSpPr>
          <p:nvPr/>
        </p:nvSpPr>
        <p:spPr bwMode="white">
          <a:xfrm>
            <a:off x="10842170" y="79259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Disabled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6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7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0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1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2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4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6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8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8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0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2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4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6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8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9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0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8" name="ShadeClientApps"/>
          <p:cNvSpPr>
            <a:spLocks/>
          </p:cNvSpPr>
          <p:nvPr/>
        </p:nvSpPr>
        <p:spPr bwMode="white">
          <a:xfrm>
            <a:off x="3802273" y="650246"/>
            <a:ext cx="1481482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9" name="ShadeLocations"/>
          <p:cNvSpPr>
            <a:spLocks/>
          </p:cNvSpPr>
          <p:nvPr/>
        </p:nvSpPr>
        <p:spPr bwMode="white">
          <a:xfrm>
            <a:off x="8217572" y="669110"/>
            <a:ext cx="187368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2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4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6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8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0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0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2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P2 - GLOBAL – GRANT – Medium-Risk Sign-Ins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Groups</a:t>
            </a:r>
          </a:p>
          <a:p>
            <a:pPr defTabSz="457200">
              <a:defRPr sz="1100" dirty="0"/>
            </a:pPr>
            <a:r>
              <a:rPr/>
              <a:t> - Azure-Breakglass (1)</a:t>
            </a:r>
          </a:p>
          <a:p>
            <a:pPr defTabSz="457200">
              <a:defRPr sz="1100" dirty="0"/>
            </a:pPr>
            <a:r>
              <a:rPr/>
              <a:t> - CA-GlobalExclusions (0)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Sign-in risk:</a:t>
            </a:r>
          </a:p>
          <a:p>
            <a:pPr defTabSz="457200">
              <a:defRPr sz="1100" dirty="0"/>
            </a:pPr>
            <a:r>
              <a:rPr/>
              <a:t> - Medium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2" name="GrantLabelGrantAccess"/>
          <p:cNvSpPr txBox="1">
            <a:spLocks noChangeArrowheads="1"/>
          </p:cNvSpPr>
          <p:nvPr/>
        </p:nvSpPr>
        <p:spPr bwMode="white">
          <a:xfrm>
            <a:off x="3928464" y="2723089"/>
            <a:ext cx="1381340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00B050"/>
                </a:solidFill>
              </a:rPr>
              <a:t>Grant access</a:t>
            </a:r>
          </a:p>
        </p:txBody>
      </p:sp>
      <p:pic>
        <p:nvPicPr>
          <p:cNvPr id="35" name="IconGrantAccess" descr="Picture with gren tick sign to indicate access was granted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9361" y="2730170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Azure Active Directory</a:t>
            </a:r>
          </a:p>
        </p:txBody>
      </p:sp>
      <p:pic>
        <p:nvPicPr>
          <p:cNvPr id="41" name="IconAccessAzureAD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73980" y="2882544"/>
            <a:ext cx="548640" cy="54864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" name="StateDisabled"/>
          <p:cNvSpPr>
            <a:spLocks/>
          </p:cNvSpPr>
          <p:nvPr/>
        </p:nvSpPr>
        <p:spPr bwMode="white">
          <a:xfrm>
            <a:off x="10842170" y="79259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Disabled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6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7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0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1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2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4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6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8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8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0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2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4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6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8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9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0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8" name="ShadeClientApps"/>
          <p:cNvSpPr>
            <a:spLocks/>
          </p:cNvSpPr>
          <p:nvPr/>
        </p:nvSpPr>
        <p:spPr bwMode="white">
          <a:xfrm>
            <a:off x="3802273" y="650246"/>
            <a:ext cx="1481482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9" name="ShadeLocations"/>
          <p:cNvSpPr>
            <a:spLocks/>
          </p:cNvSpPr>
          <p:nvPr/>
        </p:nvSpPr>
        <p:spPr bwMode="white">
          <a:xfrm>
            <a:off x="8217572" y="669110"/>
            <a:ext cx="187368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2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4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6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8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0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0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2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IAC - P2 - GLOBAL – GRANT – Medium-Risk Users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serWorkload"/>
          <p:cNvSpPr>
            <a:spLocks/>
          </p:cNvSpPr>
          <p:nvPr/>
        </p:nvSpPr>
        <p:spPr bwMode="auto">
          <a:xfrm>
            <a:off x="175820" y="2709769"/>
            <a:ext cx="2202823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Users</a:t>
            </a:r>
          </a:p>
        </p:txBody>
      </p:sp>
      <p:sp>
        <p:nvSpPr>
          <p:cNvPr id="7" name="UserWorkloadIncExc"/>
          <p:cNvSpPr txBox="1">
            <a:spLocks noChangeArrowheads="1"/>
          </p:cNvSpPr>
          <p:nvPr/>
        </p:nvSpPr>
        <p:spPr bwMode="white">
          <a:xfrm>
            <a:off x="125485" y="3698952"/>
            <a:ext cx="3062115" cy="313265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numCol="1"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  <a:p>
            <a:pPr defTabSz="457200">
              <a:defRPr sz="1100" b="1" dirty="0"/>
            </a:pPr>
            <a:r>
              <a:rPr/>
              <a:t>🚫 Exclude:</a:t>
            </a:r>
          </a:p>
          <a:p>
            <a:pPr defTabSz="457200">
              <a:defRPr sz="1100" b="1" dirty="0"/>
            </a:pPr>
            <a:r>
              <a:rPr/>
              <a:t> Users</a:t>
            </a:r>
          </a:p>
          <a:p>
            <a:pPr defTabSz="457200">
              <a:defRPr sz="1100" dirty="0"/>
            </a:pPr>
            <a:r>
              <a:rPr/>
              <a:t> - MOD Administrator</a:t>
            </a:r>
          </a:p>
          <a:p>
            <a:pPr defTabSz="457200">
              <a:defRPr sz="1100" b="1" dirty="0"/>
            </a:pPr>
          </a:p>
        </p:txBody>
      </p:sp>
      <p:sp>
        <p:nvSpPr>
          <p:cNvPr id="19" name="Risks"/>
          <p:cNvSpPr txBox="1">
            <a:spLocks noChangeArrowheads="1"/>
          </p:cNvSpPr>
          <p:nvPr/>
        </p:nvSpPr>
        <p:spPr bwMode="white">
          <a:xfrm>
            <a:off x="524485" y="1021946"/>
            <a:ext cx="1348869" cy="166886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0" name="Platforms"/>
          <p:cNvSpPr txBox="1">
            <a:spLocks noChangeArrowheads="1"/>
          </p:cNvSpPr>
          <p:nvPr/>
        </p:nvSpPr>
        <p:spPr bwMode="white">
          <a:xfrm>
            <a:off x="1826931" y="1021947"/>
            <a:ext cx="2061056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3" name="Locations"/>
          <p:cNvSpPr txBox="1">
            <a:spLocks noChangeArrowheads="1"/>
          </p:cNvSpPr>
          <p:nvPr/>
        </p:nvSpPr>
        <p:spPr bwMode="white">
          <a:xfrm>
            <a:off x="8324941" y="1021947"/>
            <a:ext cx="3513702" cy="159258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sp>
        <p:nvSpPr>
          <p:cNvPr id="24" name="ClientAppTypes"/>
          <p:cNvSpPr txBox="1">
            <a:spLocks noChangeArrowheads="1"/>
          </p:cNvSpPr>
          <p:nvPr/>
        </p:nvSpPr>
        <p:spPr bwMode="white">
          <a:xfrm>
            <a:off x="3810664" y="1021947"/>
            <a:ext cx="1581599" cy="165343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dirty="0"/>
            </a:pPr>
            <a:r>
              <a:rPr/>
              <a:t> - Exchange ActiveSync clients</a:t>
            </a:r>
          </a:p>
          <a:p>
            <a:pPr defTabSz="457200">
              <a:defRPr sz="1100" dirty="0"/>
            </a:pPr>
            <a:r>
              <a:rPr/>
              <a:t> - Other legacy clients</a:t>
            </a:r>
          </a:p>
          <a:p>
            <a:pPr defTabSz="457200">
              <a:defRPr sz="1100" b="1" dirty="0"/>
            </a:pPr>
          </a:p>
        </p:txBody>
      </p:sp>
      <p:sp>
        <p:nvSpPr>
          <p:cNvPr id="25" name="DeviceFilters"/>
          <p:cNvSpPr txBox="1">
            <a:spLocks noChangeArrowheads="1"/>
          </p:cNvSpPr>
          <p:nvPr/>
        </p:nvSpPr>
        <p:spPr bwMode="white">
          <a:xfrm>
            <a:off x="5818151" y="1022762"/>
            <a:ext cx="2248808" cy="164851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US" sz="1000" dirty="0"/>
              <a:t>Not configured</a:t>
            </a:r>
          </a:p>
        </p:txBody>
      </p:sp>
      <p:cxnSp>
        <p:nvCxnSpPr>
          <p:cNvPr id="27" name="Straight Arrow Connector 26" descr="Arrow drawn from user/workload  to the action being performed by the user such as accessing cloud apps."/>
          <p:cNvCxnSpPr/>
          <p:nvPr/>
        </p:nvCxnSpPr>
        <p:spPr bwMode="white">
          <a:xfrm>
            <a:off x="2195232" y="3159047"/>
            <a:ext cx="3959471" cy="1"/>
          </a:xfrm>
          <a:prstGeom prst="straightConnector1">
            <a:avLst/>
          </a:prstGeom>
          <a:ln w="76200"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0" name="IconBlockAccess" descr="Picture with red color stop sign to indicate blocked access"/>
          <p:cNvPicPr>
            <a:picLocks noChangeAspect="1"/>
          </p:cNvPicPr>
          <p:nvPr/>
        </p:nvPicPr>
        <p:blipFill>
          <a:blip r:embed="rId6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 bwMode="white">
          <a:xfrm>
            <a:off x="5306633" y="2735805"/>
            <a:ext cx="356616" cy="35661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4" name="GrantLabelBlockAccess"/>
          <p:cNvSpPr txBox="1">
            <a:spLocks noChangeArrowheads="1"/>
          </p:cNvSpPr>
          <p:nvPr/>
        </p:nvSpPr>
        <p:spPr bwMode="white">
          <a:xfrm>
            <a:off x="3936931" y="2734375"/>
            <a:ext cx="1358065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algn="ctr" defTabSz="457200"/>
            <a:r>
              <a:rPr lang="en-US" b="1" dirty="0">
                <a:solidFill>
                  <a:srgbClr val="FF0000"/>
                </a:solidFill>
              </a:rPr>
              <a:t>Block access</a:t>
            </a:r>
          </a:p>
        </p:txBody>
      </p:sp>
      <p:sp>
        <p:nvSpPr>
          <p:cNvPr id="3" name="CloudAppActionIncExc"/>
          <p:cNvSpPr txBox="1">
            <a:spLocks noChangeArrowheads="1"/>
          </p:cNvSpPr>
          <p:nvPr/>
        </p:nvSpPr>
        <p:spPr bwMode="white">
          <a:xfrm>
            <a:off x="6039518" y="3662782"/>
            <a:ext cx="3649518" cy="315161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>
              <a:defRPr sz="1100" b="1" dirty="0"/>
            </a:pPr>
            <a:r>
              <a:rPr/>
              <a:t>✅ Include:</a:t>
            </a:r>
          </a:p>
          <a:p>
            <a:pPr defTabSz="457200">
              <a:defRPr sz="1100" dirty="0"/>
            </a:pPr>
            <a:r>
              <a:rPr/>
              <a:t> - All</a:t>
            </a:r>
          </a:p>
          <a:p>
            <a:pPr defTabSz="457200">
              <a:defRPr sz="1100" b="1" dirty="0"/>
            </a:pPr>
          </a:p>
        </p:txBody>
      </p:sp>
      <p:pic>
        <p:nvPicPr>
          <p:cNvPr id="26" name="IconGroupIdentity"/>
          <p:cNvPicPr>
            <a:picLocks noChangeAspect="1"/>
          </p:cNvPicPr>
          <p:nvPr/>
        </p:nvPicPr>
        <p:blipFill>
          <a:blip r:embed="rId14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 bwMode="white">
          <a:xfrm>
            <a:off x="327701" y="2839007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36" name="Graphic 35"/>
          <p:cNvPicPr>
            <a:picLocks noChangeAspect="1"/>
          </p:cNvPicPr>
          <p:nvPr/>
        </p:nvPicPr>
        <p:blipFill>
          <a:blip r:embed="rId18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/>
          </a:stretch>
        </p:blipFill>
        <p:spPr bwMode="white">
          <a:xfrm>
            <a:off x="495610" y="197468"/>
            <a:ext cx="381196" cy="381196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" name="CloudAppAction"/>
          <p:cNvSpPr>
            <a:spLocks/>
          </p:cNvSpPr>
          <p:nvPr/>
        </p:nvSpPr>
        <p:spPr bwMode="auto">
          <a:xfrm>
            <a:off x="6206089" y="2718506"/>
            <a:ext cx="3227026" cy="8985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numCol="1" lIns="822960" tIns="146304" rIns="91440" bIns="146304" anchor="ctr" wrap="square">
            <a:prstTxWarp prst="textNoShape">
              <a:avLst/>
            </a:prstTxWarp>
            <a:noAutofit/>
          </a:bodyPr>
          <a:lstStyle>
            <a:defPPr defTabSz="914367">
              <a:defRPr lang="en-US" dirty="0"/>
            </a:defPPr>
            <a:lvl1pPr marL="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83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367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550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73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5918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101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284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469" rtl="0" algn="l" defTabSz="914367">
              <a:defRPr sz="1765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67"/>
            <a:r>
              <a:rPr lang="en-US" sz="1600" b="1" dirty="0"/>
              <a:t>All cloud apps</a:t>
            </a:r>
          </a:p>
        </p:txBody>
      </p:sp>
      <p:pic>
        <p:nvPicPr>
          <p:cNvPr id="75" name="IconAccessAllCloudApps"/>
          <p:cNvPicPr>
            <a:picLocks noChangeAspect="1"/>
          </p:cNvPicPr>
          <p:nvPr/>
        </p:nvPicPr>
        <p:blipFill>
          <a:blip r:embed="rId50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>
            <a:fillRect/>
          </a:stretch>
        </p:blipFill>
        <p:spPr bwMode="white">
          <a:xfrm>
            <a:off x="6439264" y="2836824"/>
            <a:ext cx="640080" cy="64008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" name="StateDisabled"/>
          <p:cNvSpPr>
            <a:spLocks/>
          </p:cNvSpPr>
          <p:nvPr/>
        </p:nvSpPr>
        <p:spPr bwMode="white">
          <a:xfrm>
            <a:off x="10842170" y="79259"/>
            <a:ext cx="1260389" cy="264812"/>
          </a:xfrm>
          <a:prstGeom prst="roundRect">
            <a:avLst/>
          </a:prstGeom>
          <a:ln>
            <a:headEnd type="none"/>
            <a:tailEnd type="none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r>
              <a:rPr lang="en-US" sz="800" dirty="0"/>
              <a:t>Policy Disabled</a:t>
            </a:r>
          </a:p>
        </p:txBody>
      </p:sp>
      <p:grpSp>
        <p:nvGrpSpPr>
          <p:cNvPr id="10" name="IconRiskyUsers"/>
          <p:cNvGrpSpPr>
            <a:grpSpLocks/>
          </p:cNvGrpSpPr>
          <p:nvPr/>
        </p:nvGrpSpPr>
        <p:grpSpPr bwMode="white">
          <a:xfrm>
            <a:off x="635426" y="738677"/>
            <a:ext cx="1202553" cy="274320"/>
            <a:chOff x="2013768" y="1033956"/>
            <a:chExt cx="1342320" cy="274320"/>
          </a:xfrm>
          <a:ln>
            <a:headEnd type="none"/>
            <a:tailEnd type="none"/>
          </a:ln>
        </p:grpSpPr>
        <p:pic>
          <p:nvPicPr>
            <p:cNvPr id="46" name="Graphic 1"/>
            <p:cNvPicPr>
              <a:picLocks noChangeAspect="1"/>
            </p:cNvPicPr>
            <p:nvPr/>
          </p:nvPicPr>
          <p:blipFill>
            <a:blip r:embed="rId65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013768" y="1033956"/>
              <a:ext cx="274320" cy="27432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5" name="Label 1"/>
            <p:cNvSpPr txBox="1">
              <a:spLocks noChangeArrowheads="1"/>
            </p:cNvSpPr>
            <p:nvPr/>
          </p:nvSpPr>
          <p:spPr bwMode="white">
            <a:xfrm>
              <a:off x="2240077" y="1040706"/>
              <a:ext cx="1116011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Risk</a:t>
              </a:r>
            </a:p>
          </p:txBody>
        </p:sp>
      </p:grpSp>
      <p:grpSp>
        <p:nvGrpSpPr>
          <p:cNvPr id="14" name="IconPlatforms"/>
          <p:cNvGrpSpPr>
            <a:grpSpLocks/>
          </p:cNvGrpSpPr>
          <p:nvPr/>
        </p:nvGrpSpPr>
        <p:grpSpPr bwMode="white">
          <a:xfrm>
            <a:off x="1927788" y="715249"/>
            <a:ext cx="1719285" cy="365760"/>
            <a:chOff x="3262737" y="994835"/>
            <a:chExt cx="1719285" cy="365760"/>
          </a:xfrm>
          <a:ln>
            <a:headEnd type="none"/>
            <a:tailEnd type="none"/>
          </a:ln>
        </p:grpSpPr>
        <p:pic>
          <p:nvPicPr>
            <p:cNvPr id="29" name="Graphic 1"/>
            <p:cNvPicPr>
              <a:picLocks noChangeAspect="1"/>
            </p:cNvPicPr>
            <p:nvPr/>
          </p:nvPicPr>
          <p:blipFill>
            <a:blip r:embed="rId68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69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3262737" y="994835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1" name="Label 1"/>
            <p:cNvSpPr txBox="1">
              <a:spLocks noChangeArrowheads="1"/>
            </p:cNvSpPr>
            <p:nvPr/>
          </p:nvSpPr>
          <p:spPr bwMode="white">
            <a:xfrm>
              <a:off x="3582397" y="1027255"/>
              <a:ext cx="1399625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Device platforms</a:t>
              </a:r>
            </a:p>
          </p:txBody>
        </p:sp>
      </p:grpSp>
      <p:grpSp>
        <p:nvGrpSpPr>
          <p:cNvPr id="17" name="IconClientAppTypes"/>
          <p:cNvGrpSpPr>
            <a:grpSpLocks/>
          </p:cNvGrpSpPr>
          <p:nvPr/>
        </p:nvGrpSpPr>
        <p:grpSpPr bwMode="white">
          <a:xfrm>
            <a:off x="3908159" y="670015"/>
            <a:ext cx="1852971" cy="365760"/>
            <a:chOff x="4858970" y="975927"/>
            <a:chExt cx="1852971" cy="365760"/>
          </a:xfrm>
          <a:ln>
            <a:headEnd type="none"/>
            <a:tailEnd type="none"/>
          </a:ln>
        </p:grpSpPr>
        <p:pic>
          <p:nvPicPr>
            <p:cNvPr id="58" name="Graphic 1"/>
            <p:cNvPicPr>
              <a:picLocks noChangeAspect="1"/>
            </p:cNvPicPr>
            <p:nvPr/>
          </p:nvPicPr>
          <p:blipFill>
            <a:blip r:embed="rId76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78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858970" y="975927"/>
              <a:ext cx="365760" cy="365760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15" name="Label 1"/>
            <p:cNvSpPr txBox="1">
              <a:spLocks noChangeArrowheads="1"/>
            </p:cNvSpPr>
            <p:nvPr/>
          </p:nvSpPr>
          <p:spPr bwMode="white">
            <a:xfrm>
              <a:off x="5193983" y="1009899"/>
              <a:ext cx="1517958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US" sz="1100" b="1" dirty="0"/>
                <a:t>Client apps</a:t>
              </a:r>
            </a:p>
          </p:txBody>
        </p:sp>
      </p:grpSp>
      <p:grpSp>
        <p:nvGrpSpPr>
          <p:cNvPr id="37" name="IconLocations"/>
          <p:cNvGrpSpPr>
            <a:grpSpLocks/>
          </p:cNvGrpSpPr>
          <p:nvPr/>
        </p:nvGrpSpPr>
        <p:grpSpPr bwMode="white">
          <a:xfrm>
            <a:off x="8411896" y="646848"/>
            <a:ext cx="1850168" cy="388465"/>
            <a:chOff x="2321433" y="3262888"/>
            <a:chExt cx="1850168" cy="388465"/>
          </a:xfrm>
          <a:ln>
            <a:headEnd type="none"/>
            <a:tailEnd type="none"/>
          </a:ln>
        </p:grpSpPr>
        <p:pic>
          <p:nvPicPr>
            <p:cNvPr id="33" name="Graphic 1"/>
            <p:cNvPicPr>
              <a:picLocks noChangeAspect="1"/>
            </p:cNvPicPr>
            <p:nvPr/>
          </p:nvPicPr>
          <p:blipFill>
            <a:blip r:embed="rId79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0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2321433" y="3262888"/>
              <a:ext cx="388465" cy="38846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28" name="Label 1"/>
            <p:cNvSpPr txBox="1">
              <a:spLocks noChangeArrowheads="1"/>
            </p:cNvSpPr>
            <p:nvPr/>
          </p:nvSpPr>
          <p:spPr bwMode="white">
            <a:xfrm>
              <a:off x="2713321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Locations</a:t>
              </a:r>
              <a:endParaRPr lang="en-US" sz="1100" b="1" dirty="0"/>
            </a:p>
          </p:txBody>
        </p:sp>
      </p:grpSp>
      <p:grpSp>
        <p:nvGrpSpPr>
          <p:cNvPr id="39" name="IconDeviceFilters"/>
          <p:cNvGrpSpPr>
            <a:grpSpLocks/>
          </p:cNvGrpSpPr>
          <p:nvPr/>
        </p:nvGrpSpPr>
        <p:grpSpPr bwMode="white">
          <a:xfrm>
            <a:off x="5472818" y="661958"/>
            <a:ext cx="1839823" cy="364111"/>
            <a:chOff x="4195414" y="3273669"/>
            <a:chExt cx="1839823" cy="364111"/>
          </a:xfrm>
          <a:ln>
            <a:headEnd type="none"/>
            <a:tailEnd type="none"/>
          </a:ln>
        </p:grpSpPr>
        <p:pic>
          <p:nvPicPr>
            <p:cNvPr id="60" name="Graphic 1"/>
            <p:cNvPicPr>
              <a:picLocks noChangeAspect="1"/>
            </p:cNvPicPr>
            <p:nvPr/>
          </p:nvPicPr>
          <p:blipFill>
            <a:blip r:embed="rId81">
              <a:lum/>
              <a:extLst>
                <a:ext uri="{28A0092B-C50C-407E-A947-70E740481C1C}">
                  <a14:useLocalDpi xmlns:a14="http://schemas.microsoft.com/office/drawing/2016/SVG/main" val="0"/>
                </a:ext>
                <a:ext uri="{96DAC541-7B7A-43D3-8B79-37D633B846F1}">
                  <asvg:svgBlip xmlns:asvg="http://schemas.microsoft.com/office/drawing/2016/SVG/main" r:embed="rId82"/>
                </a:ext>
              </a:extLst>
            </a:blip>
            <a:srcRect/>
            <a:stretch>
              <a:fillRect/>
            </a:stretch>
          </p:blipFill>
          <p:spPr bwMode="white">
            <a:xfrm>
              <a:off x="4195414" y="3273669"/>
              <a:ext cx="364111" cy="364111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id="31" name="Label 1"/>
            <p:cNvSpPr txBox="1">
              <a:spLocks noChangeArrowheads="1"/>
            </p:cNvSpPr>
            <p:nvPr/>
          </p:nvSpPr>
          <p:spPr bwMode="white">
            <a:xfrm>
              <a:off x="4576957" y="3311240"/>
              <a:ext cx="1458280" cy="261610"/>
            </a:xfrm>
            <a:prstGeom prst="rect">
              <a:avLst/>
            </a:prstGeom>
            <a:noFill/>
            <a:ln>
              <a:headEnd type="none"/>
              <a:tailEnd type="none"/>
            </a:ln>
          </p:spPr>
          <p:txBody>
            <a:bodyPr wrap="square">
              <a:spAutoFit/>
            </a:bodyPr>
            <a:lstStyle/>
            <a:p>
              <a:pPr defTabSz="457200"/>
              <a:r>
                <a:rPr lang="en-AU" sz="1100" b="1" dirty="0"/>
                <a:t>Filter for devices</a:t>
              </a:r>
              <a:endParaRPr lang="en-US" sz="1100" b="1" dirty="0"/>
            </a:p>
          </p:txBody>
        </p:sp>
      </p:grpSp>
      <p:pic>
        <p:nvPicPr>
          <p:cNvPr id="62" name="IconGrantMultifactorAuthentication"/>
          <p:cNvPicPr>
            <a:picLocks noChangeAspect="1"/>
          </p:cNvPicPr>
          <p:nvPr/>
        </p:nvPicPr>
        <p:blipFill>
          <a:blip r:embed="rId8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4"/>
              </a:ext>
            </a:extLst>
          </a:blip>
          <a:srcRect/>
          <a:stretch>
            <a:fillRect/>
          </a:stretch>
        </p:blipFill>
        <p:spPr bwMode="white">
          <a:xfrm>
            <a:off x="3410647" y="3566863"/>
            <a:ext cx="17145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5" name="IconGrantMultifactorAuthenticationLabel"/>
          <p:cNvSpPr txBox="1">
            <a:spLocks noChangeArrowheads="1"/>
          </p:cNvSpPr>
          <p:nvPr/>
        </p:nvSpPr>
        <p:spPr bwMode="white">
          <a:xfrm>
            <a:off x="3575836" y="3571997"/>
            <a:ext cx="19007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Multifactor authentication</a:t>
            </a:r>
            <a:endParaRPr lang="en-US" sz="1000" dirty="0"/>
          </a:p>
        </p:txBody>
      </p:sp>
      <p:pic>
        <p:nvPicPr>
          <p:cNvPr id="38" name="IconGrantAuthenticationStrength"/>
          <p:cNvPicPr>
            <a:picLocks noChangeAspect="1"/>
          </p:cNvPicPr>
          <p:nvPr/>
        </p:nvPicPr>
        <p:blipFill>
          <a:blip r:embed="rId8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6"/>
              </a:ext>
            </a:extLst>
          </a:blip>
          <a:srcRect/>
          <a:stretch>
            <a:fillRect/>
          </a:stretch>
        </p:blipFill>
        <p:spPr bwMode="white">
          <a:xfrm>
            <a:off x="3374515" y="3905034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7" name="IconGrantAuthenticationStrengthLabel"/>
          <p:cNvSpPr txBox="1">
            <a:spLocks noChangeArrowheads="1"/>
          </p:cNvSpPr>
          <p:nvPr/>
        </p:nvSpPr>
        <p:spPr bwMode="white">
          <a:xfrm>
            <a:off x="3575836" y="3907323"/>
            <a:ext cx="2185294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Authentication strength</a:t>
            </a:r>
            <a:endParaRPr lang="en-US" sz="1000" dirty="0"/>
          </a:p>
        </p:txBody>
      </p:sp>
      <p:pic>
        <p:nvPicPr>
          <p:cNvPr id="52" name="IconGrantDeviceCompliance"/>
          <p:cNvPicPr>
            <a:picLocks noChangeAspect="1"/>
          </p:cNvPicPr>
          <p:nvPr/>
        </p:nvPicPr>
        <p:blipFill>
          <a:blip r:embed="rId8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88"/>
              </a:ext>
            </a:extLst>
          </a:blip>
          <a:srcRect/>
          <a:stretch>
            <a:fillRect/>
          </a:stretch>
        </p:blipFill>
        <p:spPr bwMode="white">
          <a:xfrm>
            <a:off x="3374515" y="4243205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9" name="IconGrantDeviceComplianceLabel"/>
          <p:cNvSpPr txBox="1">
            <a:spLocks noChangeArrowheads="1"/>
          </p:cNvSpPr>
          <p:nvPr/>
        </p:nvSpPr>
        <p:spPr bwMode="white">
          <a:xfrm>
            <a:off x="3575836" y="4242649"/>
            <a:ext cx="173780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Compliant device</a:t>
            </a:r>
            <a:endParaRPr lang="en-US" sz="1000" dirty="0"/>
          </a:p>
        </p:txBody>
      </p:sp>
      <p:pic>
        <p:nvPicPr>
          <p:cNvPr id="43" name="IconGrantHybridJoined"/>
          <p:cNvPicPr>
            <a:picLocks noChangeAspect="1"/>
          </p:cNvPicPr>
          <p:nvPr/>
        </p:nvPicPr>
        <p:blipFill>
          <a:blip r:embed="rId8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0"/>
              </a:ext>
            </a:extLst>
          </a:blip>
          <a:srcRect/>
          <a:stretch>
            <a:fillRect/>
          </a:stretch>
        </p:blipFill>
        <p:spPr bwMode="white">
          <a:xfrm>
            <a:off x="3374515" y="4581376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3" name="IconGrantHybridJoinedLabel"/>
          <p:cNvSpPr txBox="1">
            <a:spLocks noChangeArrowheads="1"/>
          </p:cNvSpPr>
          <p:nvPr/>
        </p:nvSpPr>
        <p:spPr bwMode="white">
          <a:xfrm>
            <a:off x="3575836" y="4577975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Hybrid Azure AD joined device</a:t>
            </a:r>
            <a:endParaRPr lang="en-US" sz="1000" dirty="0"/>
          </a:p>
        </p:txBody>
      </p:sp>
      <p:pic>
        <p:nvPicPr>
          <p:cNvPr id="48" name="IconGrantApprovedClientApp"/>
          <p:cNvPicPr>
            <a:picLocks noChangeAspect="1"/>
          </p:cNvPicPr>
          <p:nvPr/>
        </p:nvPicPr>
        <p:blipFill>
          <a:blip r:embed="rId9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2"/>
              </a:ext>
            </a:extLst>
          </a:blip>
          <a:srcRect/>
          <a:stretch>
            <a:fillRect/>
          </a:stretch>
        </p:blipFill>
        <p:spPr bwMode="white">
          <a:xfrm>
            <a:off x="3374515" y="491954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5" name="IconGrantApprovedClientAppLabel"/>
          <p:cNvSpPr txBox="1">
            <a:spLocks noChangeArrowheads="1"/>
          </p:cNvSpPr>
          <p:nvPr/>
        </p:nvSpPr>
        <p:spPr bwMode="white">
          <a:xfrm>
            <a:off x="3575836" y="4913301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Approved client app</a:t>
            </a:r>
            <a:endParaRPr lang="en-US" sz="1000" dirty="0"/>
          </a:p>
        </p:txBody>
      </p:sp>
      <p:pic>
        <p:nvPicPr>
          <p:cNvPr id="42" name="IconGrantCustomAuth"/>
          <p:cNvPicPr>
            <a:picLocks noChangeAspect="1"/>
          </p:cNvPicPr>
          <p:nvPr/>
        </p:nvPicPr>
        <p:blipFill>
          <a:blip r:embed="rId9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4"/>
              </a:ext>
            </a:extLst>
          </a:blip>
          <a:srcRect/>
          <a:stretch>
            <a:fillRect/>
          </a:stretch>
        </p:blipFill>
        <p:spPr bwMode="white">
          <a:xfrm>
            <a:off x="3374515" y="593406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9" name="IconGrantCustomAuthLabel"/>
          <p:cNvSpPr txBox="1">
            <a:spLocks noChangeArrowheads="1"/>
          </p:cNvSpPr>
          <p:nvPr/>
        </p:nvSpPr>
        <p:spPr bwMode="white">
          <a:xfrm>
            <a:off x="3575836" y="5919279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Custom authentication factor</a:t>
            </a:r>
            <a:endParaRPr lang="en-US" sz="1000" dirty="0"/>
          </a:p>
        </p:txBody>
      </p:sp>
      <p:pic>
        <p:nvPicPr>
          <p:cNvPr id="40" name="IconGrantTermsOfUse"/>
          <p:cNvPicPr>
            <a:picLocks noChangeAspect="1"/>
          </p:cNvPicPr>
          <p:nvPr/>
        </p:nvPicPr>
        <p:blipFill>
          <a:blip r:embed="rId9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6"/>
              </a:ext>
            </a:extLst>
          </a:blip>
          <a:srcRect/>
          <a:stretch>
            <a:fillRect/>
          </a:stretch>
        </p:blipFill>
        <p:spPr bwMode="white">
          <a:xfrm>
            <a:off x="3374515" y="627222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3" name="IconGrantTermsOfUseLabel"/>
          <p:cNvSpPr txBox="1">
            <a:spLocks noChangeArrowheads="1"/>
          </p:cNvSpPr>
          <p:nvPr/>
        </p:nvSpPr>
        <p:spPr bwMode="white">
          <a:xfrm>
            <a:off x="3575836" y="625460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normAutofit/>
          </a:bodyPr>
          <a:lstStyle/>
          <a:p>
            <a:pPr defTabSz="457200"/>
            <a:r>
              <a:rPr lang="en-AU" sz="1000" dirty="0"/>
              <a:t>Terms of use</a:t>
            </a:r>
            <a:endParaRPr lang="en-US" sz="1000" dirty="0"/>
          </a:p>
        </p:txBody>
      </p:sp>
      <p:sp>
        <p:nvSpPr>
          <p:cNvPr id="56" name="IconGrantAppProtectionLabel"/>
          <p:cNvSpPr txBox="1">
            <a:spLocks noChangeArrowheads="1"/>
          </p:cNvSpPr>
          <p:nvPr/>
        </p:nvSpPr>
        <p:spPr bwMode="white">
          <a:xfrm>
            <a:off x="3575836" y="5248627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App protection policy</a:t>
            </a:r>
            <a:endParaRPr lang="en-US" sz="1000" dirty="0"/>
          </a:p>
        </p:txBody>
      </p:sp>
      <p:pic>
        <p:nvPicPr>
          <p:cNvPr id="65" name="IconGrantAppProtection"/>
          <p:cNvPicPr>
            <a:picLocks noChangeAspect="1"/>
          </p:cNvPicPr>
          <p:nvPr/>
        </p:nvPicPr>
        <p:blipFill>
          <a:blip r:embed="rId9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98"/>
              </a:ext>
            </a:extLst>
          </a:blip>
          <a:srcRect/>
          <a:stretch>
            <a:fillRect/>
          </a:stretch>
        </p:blipFill>
        <p:spPr bwMode="white">
          <a:xfrm>
            <a:off x="3374515" y="5257718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57" name="IconGrantChangePasswordLabel"/>
          <p:cNvSpPr txBox="1">
            <a:spLocks noChangeArrowheads="1"/>
          </p:cNvSpPr>
          <p:nvPr/>
        </p:nvSpPr>
        <p:spPr bwMode="white">
          <a:xfrm>
            <a:off x="3575836" y="5583953"/>
            <a:ext cx="2050646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AU" sz="1000" dirty="0"/>
              <a:t>Change password</a:t>
            </a:r>
            <a:endParaRPr lang="en-US" sz="1000" dirty="0"/>
          </a:p>
        </p:txBody>
      </p:sp>
      <p:pic>
        <p:nvPicPr>
          <p:cNvPr id="67" name="IconGrantChangePassword"/>
          <p:cNvPicPr>
            <a:picLocks noChangeAspect="1"/>
          </p:cNvPicPr>
          <p:nvPr/>
        </p:nvPicPr>
        <p:blipFill>
          <a:blip r:embed="rId9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0"/>
              </a:ext>
            </a:extLst>
          </a:blip>
          <a:srcRect/>
          <a:stretch>
            <a:fillRect/>
          </a:stretch>
        </p:blipFill>
        <p:spPr bwMode="white">
          <a:xfrm>
            <a:off x="3374515" y="5595889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4" name="ShadeRisk"/>
          <p:cNvSpPr>
            <a:spLocks/>
          </p:cNvSpPr>
          <p:nvPr/>
        </p:nvSpPr>
        <p:spPr bwMode="white">
          <a:xfrm>
            <a:off x="507564" y="650246"/>
            <a:ext cx="97686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66" name="ShadeDevicePlatforms"/>
          <p:cNvSpPr>
            <a:spLocks/>
          </p:cNvSpPr>
          <p:nvPr/>
        </p:nvSpPr>
        <p:spPr bwMode="white">
          <a:xfrm>
            <a:off x="1863623" y="663409"/>
            <a:ext cx="1773927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79" name="ShadeLocations"/>
          <p:cNvSpPr>
            <a:spLocks/>
          </p:cNvSpPr>
          <p:nvPr/>
        </p:nvSpPr>
        <p:spPr bwMode="white">
          <a:xfrm>
            <a:off x="8217572" y="669110"/>
            <a:ext cx="1873684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2" name="ShadeFilterForDevices"/>
          <p:cNvSpPr>
            <a:spLocks/>
          </p:cNvSpPr>
          <p:nvPr/>
        </p:nvSpPr>
        <p:spPr bwMode="white">
          <a:xfrm>
            <a:off x="5438955" y="627922"/>
            <a:ext cx="1873685" cy="72550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3" name="ShadeGrantMultifactorAuth"/>
          <p:cNvSpPr>
            <a:spLocks/>
          </p:cNvSpPr>
          <p:nvPr/>
        </p:nvSpPr>
        <p:spPr bwMode="white">
          <a:xfrm>
            <a:off x="3369399" y="3534220"/>
            <a:ext cx="2069555" cy="28330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4" name="ShadeGrantAuthStrength"/>
          <p:cNvSpPr>
            <a:spLocks/>
          </p:cNvSpPr>
          <p:nvPr/>
        </p:nvSpPr>
        <p:spPr bwMode="white">
          <a:xfrm>
            <a:off x="3350256" y="3869846"/>
            <a:ext cx="2069555" cy="27801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5" name="ShadeGrantCompliantDevice"/>
          <p:cNvSpPr>
            <a:spLocks/>
          </p:cNvSpPr>
          <p:nvPr/>
        </p:nvSpPr>
        <p:spPr bwMode="white">
          <a:xfrm>
            <a:off x="3361852" y="4243205"/>
            <a:ext cx="2077102" cy="2611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6" name="ShadeGrantHybridAzureADJoined"/>
          <p:cNvSpPr>
            <a:spLocks/>
          </p:cNvSpPr>
          <p:nvPr/>
        </p:nvSpPr>
        <p:spPr bwMode="white">
          <a:xfrm>
            <a:off x="3353637" y="4552268"/>
            <a:ext cx="2160906" cy="29839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7" name="ShadeGrantApprovedClientApp"/>
          <p:cNvSpPr>
            <a:spLocks/>
          </p:cNvSpPr>
          <p:nvPr/>
        </p:nvSpPr>
        <p:spPr bwMode="white">
          <a:xfrm>
            <a:off x="3331918" y="4876027"/>
            <a:ext cx="2182625" cy="2983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8" name="ShadeGrantAppProtectionPolicy"/>
          <p:cNvSpPr>
            <a:spLocks/>
          </p:cNvSpPr>
          <p:nvPr/>
        </p:nvSpPr>
        <p:spPr bwMode="white">
          <a:xfrm>
            <a:off x="3350256" y="5207226"/>
            <a:ext cx="2122561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89" name="ShadeGrantChangePassword"/>
          <p:cNvSpPr>
            <a:spLocks/>
          </p:cNvSpPr>
          <p:nvPr/>
        </p:nvSpPr>
        <p:spPr bwMode="white">
          <a:xfrm>
            <a:off x="3350257" y="5557021"/>
            <a:ext cx="2042006" cy="2872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0" name="ShadeGrantCustomAuthFactor"/>
          <p:cNvSpPr>
            <a:spLocks/>
          </p:cNvSpPr>
          <p:nvPr/>
        </p:nvSpPr>
        <p:spPr bwMode="white">
          <a:xfrm>
            <a:off x="3331918" y="5899058"/>
            <a:ext cx="2182625" cy="29387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91" name="ShadeGrantTermsOfUse"/>
          <p:cNvSpPr>
            <a:spLocks/>
          </p:cNvSpPr>
          <p:nvPr/>
        </p:nvSpPr>
        <p:spPr bwMode="white">
          <a:xfrm>
            <a:off x="3313823" y="6192350"/>
            <a:ext cx="101602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99" name="Rectangle 98"/>
          <p:cNvSpPr>
            <a:spLocks/>
          </p:cNvSpPr>
          <p:nvPr/>
        </p:nvSpPr>
        <p:spPr bwMode="white">
          <a:xfrm>
            <a:off x="3268757" y="3253404"/>
            <a:ext cx="2357725" cy="3498546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0" name="Rectangle 109"/>
          <p:cNvSpPr>
            <a:spLocks/>
          </p:cNvSpPr>
          <p:nvPr/>
        </p:nvSpPr>
        <p:spPr bwMode="white">
          <a:xfrm>
            <a:off x="9881750" y="3248255"/>
            <a:ext cx="2220808" cy="3510149"/>
          </a:xfrm>
          <a:prstGeom prst="rect">
            <a:avLst/>
          </a:prstGeom>
          <a:noFill/>
          <a:ln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7" name="Rectangle 116"/>
          <p:cNvSpPr>
            <a:spLocks/>
          </p:cNvSpPr>
          <p:nvPr/>
        </p:nvSpPr>
        <p:spPr bwMode="white">
          <a:xfrm>
            <a:off x="26741" y="606825"/>
            <a:ext cx="11985015" cy="206363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 wrap="square"/>
          <a:lstStyle/>
          <a:p>
            <a:pPr algn="ctr" defTabSz="457200"/>
            <a:endParaRPr lang="en-US" dirty="0"/>
          </a:p>
        </p:txBody>
      </p:sp>
      <p:sp>
        <p:nvSpPr>
          <p:cNvPr id="112" name="Conditions Label"/>
          <p:cNvSpPr txBox="1">
            <a:spLocks noChangeArrowheads="1"/>
          </p:cNvSpPr>
          <p:nvPr/>
        </p:nvSpPr>
        <p:spPr bwMode="white">
          <a:xfrm rot="16200000">
            <a:off x="-883507" y="1514324"/>
            <a:ext cx="2081441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Conditions</a:t>
            </a:r>
          </a:p>
        </p:txBody>
      </p:sp>
      <p:sp>
        <p:nvSpPr>
          <p:cNvPr id="109" name="Grant Controls"/>
          <p:cNvSpPr txBox="1">
            <a:spLocks noChangeArrowheads="1"/>
          </p:cNvSpPr>
          <p:nvPr/>
        </p:nvSpPr>
        <p:spPr bwMode="white">
          <a:xfrm>
            <a:off x="3252146" y="3244395"/>
            <a:ext cx="2391873" cy="23083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Grant Controls</a:t>
            </a:r>
          </a:p>
        </p:txBody>
      </p:sp>
      <p:sp>
        <p:nvSpPr>
          <p:cNvPr id="111" name="Session Controls"/>
          <p:cNvSpPr txBox="1">
            <a:spLocks noChangeArrowheads="1"/>
          </p:cNvSpPr>
          <p:nvPr/>
        </p:nvSpPr>
        <p:spPr bwMode="white">
          <a:xfrm>
            <a:off x="9864212" y="3243751"/>
            <a:ext cx="2238346" cy="237862"/>
          </a:xfrm>
          <a:prstGeom prst="rect">
            <a:avLst/>
          </a:prstGeom>
          <a:ln>
            <a:headEnd type="none"/>
            <a:tailEnd type="none"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457200"/>
            <a:r>
              <a:rPr lang="en-US" sz="900" b="1" dirty="0"/>
              <a:t>Session Controls</a:t>
            </a:r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 r:embed="rId10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2"/>
              </a:ext>
            </a:extLst>
          </a:blip>
          <a:srcRect/>
          <a:stretch>
            <a:fillRect/>
          </a:stretch>
        </p:blipFill>
        <p:spPr bwMode="white">
          <a:xfrm>
            <a:off x="9996846" y="356982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4" name="Graphic 93"/>
          <p:cNvPicPr>
            <a:picLocks noChangeAspect="1"/>
          </p:cNvPicPr>
          <p:nvPr/>
        </p:nvPicPr>
        <p:blipFill>
          <a:blip r:embed="rId10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4"/>
              </a:ext>
            </a:extLst>
          </a:blip>
          <a:srcRect/>
          <a:stretch>
            <a:fillRect/>
          </a:stretch>
        </p:blipFill>
        <p:spPr bwMode="white">
          <a:xfrm>
            <a:off x="10009443" y="525644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95" name="TextBox 94"/>
          <p:cNvSpPr txBox="1">
            <a:spLocks noChangeArrowheads="1"/>
          </p:cNvSpPr>
          <p:nvPr/>
        </p:nvSpPr>
        <p:spPr bwMode="white">
          <a:xfrm>
            <a:off x="10207481" y="3578463"/>
            <a:ext cx="150554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App enforced restrictions</a:t>
            </a:r>
          </a:p>
        </p:txBody>
      </p:sp>
      <p:sp>
        <p:nvSpPr>
          <p:cNvPr id="96" name="TextBox 95"/>
          <p:cNvSpPr txBox="1">
            <a:spLocks noChangeArrowheads="1"/>
          </p:cNvSpPr>
          <p:nvPr/>
        </p:nvSpPr>
        <p:spPr bwMode="white">
          <a:xfrm>
            <a:off x="10201167" y="3899846"/>
            <a:ext cx="181011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Conditional Access App Control</a:t>
            </a:r>
          </a:p>
        </p:txBody>
      </p:sp>
      <p:sp>
        <p:nvSpPr>
          <p:cNvPr id="97" name="TextBox 96"/>
          <p:cNvSpPr txBox="1">
            <a:spLocks noChangeArrowheads="1"/>
          </p:cNvSpPr>
          <p:nvPr/>
        </p:nvSpPr>
        <p:spPr bwMode="white">
          <a:xfrm>
            <a:off x="10215627" y="4357505"/>
            <a:ext cx="1090363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Sign-in frequency</a:t>
            </a:r>
          </a:p>
        </p:txBody>
      </p:sp>
      <p:sp>
        <p:nvSpPr>
          <p:cNvPr id="98" name="TextBox 97"/>
          <p:cNvSpPr txBox="1">
            <a:spLocks noChangeArrowheads="1"/>
          </p:cNvSpPr>
          <p:nvPr/>
        </p:nvSpPr>
        <p:spPr bwMode="white">
          <a:xfrm>
            <a:off x="10225446" y="4793305"/>
            <a:ext cx="1569660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Persistent browser session</a:t>
            </a:r>
          </a:p>
        </p:txBody>
      </p:sp>
      <p:sp>
        <p:nvSpPr>
          <p:cNvPr id="100" name="TextBox 99"/>
          <p:cNvSpPr txBox="1">
            <a:spLocks noChangeArrowheads="1"/>
          </p:cNvSpPr>
          <p:nvPr/>
        </p:nvSpPr>
        <p:spPr bwMode="white">
          <a:xfrm>
            <a:off x="10229552" y="5232376"/>
            <a:ext cx="1717137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Continuous access evaluation</a:t>
            </a:r>
          </a:p>
        </p:txBody>
      </p:sp>
      <p:sp>
        <p:nvSpPr>
          <p:cNvPr id="101" name="TextBox 100"/>
          <p:cNvSpPr txBox="1">
            <a:spLocks noChangeArrowheads="1"/>
          </p:cNvSpPr>
          <p:nvPr/>
        </p:nvSpPr>
        <p:spPr bwMode="white">
          <a:xfrm>
            <a:off x="10259108" y="5658625"/>
            <a:ext cx="1535998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Disable resilience defaults</a:t>
            </a:r>
          </a:p>
        </p:txBody>
      </p:sp>
      <p:pic>
        <p:nvPicPr>
          <p:cNvPr id="103" name="Graphic 102"/>
          <p:cNvPicPr>
            <a:picLocks noChangeAspect="1"/>
          </p:cNvPicPr>
          <p:nvPr/>
        </p:nvPicPr>
        <p:blipFill>
          <a:blip r:embed="rId10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6"/>
              </a:ext>
            </a:extLst>
          </a:blip>
          <a:srcRect/>
          <a:stretch>
            <a:fillRect/>
          </a:stretch>
        </p:blipFill>
        <p:spPr bwMode="white">
          <a:xfrm>
            <a:off x="9996846" y="4799001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5" name="Graphic 104"/>
          <p:cNvPicPr>
            <a:picLocks noChangeAspect="1"/>
          </p:cNvPicPr>
          <p:nvPr/>
        </p:nvPicPr>
        <p:blipFill>
          <a:blip r:embed="rId10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08"/>
              </a:ext>
            </a:extLst>
          </a:blip>
          <a:srcRect/>
          <a:stretch>
            <a:fillRect/>
          </a:stretch>
        </p:blipFill>
        <p:spPr bwMode="white">
          <a:xfrm>
            <a:off x="9996846" y="4374570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07" name="Graphic 106"/>
          <p:cNvPicPr>
            <a:picLocks noChangeAspect="1"/>
          </p:cNvPicPr>
          <p:nvPr/>
        </p:nvPicPr>
        <p:blipFill>
          <a:blip r:embed="rId109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0"/>
              </a:ext>
            </a:extLst>
          </a:blip>
          <a:srcRect/>
          <a:stretch>
            <a:fillRect/>
          </a:stretch>
        </p:blipFill>
        <p:spPr bwMode="white">
          <a:xfrm>
            <a:off x="9996846" y="3915297"/>
            <a:ext cx="228600" cy="228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15" name="SessionSifInterval"/>
          <p:cNvSpPr txBox="1">
            <a:spLocks noChangeArrowheads="1"/>
          </p:cNvSpPr>
          <p:nvPr/>
        </p:nvSpPr>
        <p:spPr bwMode="white">
          <a:xfrm>
            <a:off x="10296745" y="4516775"/>
            <a:ext cx="1249060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Periodic reauthentication</a:t>
            </a:r>
          </a:p>
        </p:txBody>
      </p:sp>
      <p:sp>
        <p:nvSpPr>
          <p:cNvPr id="114" name="SessionCasType"/>
          <p:cNvSpPr txBox="1">
            <a:spLocks noChangeArrowheads="1"/>
          </p:cNvSpPr>
          <p:nvPr/>
        </p:nvSpPr>
        <p:spPr bwMode="white">
          <a:xfrm>
            <a:off x="10296745" y="4075500"/>
            <a:ext cx="95410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App Control Policy</a:t>
            </a:r>
          </a:p>
        </p:txBody>
      </p:sp>
      <p:sp>
        <p:nvSpPr>
          <p:cNvPr id="116" name="SessionPersistenBrowserMode"/>
          <p:cNvSpPr txBox="1">
            <a:spLocks noChangeArrowheads="1"/>
          </p:cNvSpPr>
          <p:nvPr/>
        </p:nvSpPr>
        <p:spPr bwMode="white">
          <a:xfrm>
            <a:off x="10309761" y="4945281"/>
            <a:ext cx="918841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800" dirty="0"/>
              <a:t>Always persistent</a:t>
            </a:r>
          </a:p>
        </p:txBody>
      </p:sp>
      <p:sp>
        <p:nvSpPr>
          <p:cNvPr id="118" name="SessionCaeMode"/>
          <p:cNvSpPr txBox="1">
            <a:spLocks noChangeArrowheads="1"/>
          </p:cNvSpPr>
          <p:nvPr/>
        </p:nvSpPr>
        <p:spPr bwMode="white">
          <a:xfrm>
            <a:off x="10301386" y="5393378"/>
            <a:ext cx="15359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457200"/>
            <a:r>
              <a:rPr lang="en-US" sz="800" dirty="0"/>
              <a:t>Strictly enforce location policies</a:t>
            </a:r>
          </a:p>
        </p:txBody>
      </p:sp>
      <p:sp>
        <p:nvSpPr>
          <p:cNvPr id="119" name="ShadeSessionAppEnforced"/>
          <p:cNvSpPr>
            <a:spLocks/>
          </p:cNvSpPr>
          <p:nvPr/>
        </p:nvSpPr>
        <p:spPr bwMode="white">
          <a:xfrm>
            <a:off x="9959680" y="3548808"/>
            <a:ext cx="2051597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0" name="ShadeSessionCas"/>
          <p:cNvSpPr>
            <a:spLocks/>
          </p:cNvSpPr>
          <p:nvPr/>
        </p:nvSpPr>
        <p:spPr bwMode="white">
          <a:xfrm>
            <a:off x="9978939" y="3884212"/>
            <a:ext cx="2087576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1" name="ShadeSessionSif"/>
          <p:cNvSpPr>
            <a:spLocks/>
          </p:cNvSpPr>
          <p:nvPr/>
        </p:nvSpPr>
        <p:spPr bwMode="white">
          <a:xfrm>
            <a:off x="9940787" y="4320077"/>
            <a:ext cx="2125728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2" name="ShadeSessionPersistentBrowser"/>
          <p:cNvSpPr>
            <a:spLocks/>
          </p:cNvSpPr>
          <p:nvPr/>
        </p:nvSpPr>
        <p:spPr bwMode="white">
          <a:xfrm>
            <a:off x="9938833" y="4746195"/>
            <a:ext cx="2072444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12" name="Label Secure Sign In Session"/>
          <p:cNvSpPr txBox="1">
            <a:spLocks noChangeArrowheads="1"/>
          </p:cNvSpPr>
          <p:nvPr/>
        </p:nvSpPr>
        <p:spPr bwMode="white">
          <a:xfrm>
            <a:off x="10260000" y="6084874"/>
            <a:ext cx="1665841" cy="246221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none">
            <a:spAutoFit/>
          </a:bodyPr>
          <a:lstStyle/>
          <a:p>
            <a:pPr defTabSz="457200"/>
            <a:r>
              <a:rPr lang="en-US" sz="1000" dirty="0"/>
              <a:t>Token protection for session</a:t>
            </a:r>
          </a:p>
        </p:txBody>
      </p:sp>
      <p:pic>
        <p:nvPicPr>
          <p:cNvPr id="77" name="IconSessionCaeDisable" descr="Close with solid fill"/>
          <p:cNvPicPr>
            <a:picLocks noChangeAspect="1"/>
          </p:cNvPicPr>
          <p:nvPr/>
        </p:nvPicPr>
        <p:blipFill>
          <a:blip r:embed="rId111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2"/>
              </a:ext>
            </a:extLst>
          </a:blip>
          <a:srcRect/>
          <a:stretch>
            <a:fillRect/>
          </a:stretch>
        </p:blipFill>
        <p:spPr bwMode="white">
          <a:xfrm>
            <a:off x="9979885" y="5218651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2" name="IconSessionSecureSignInSession 1"/>
          <p:cNvPicPr>
            <a:picLocks noChangeAspect="1"/>
          </p:cNvPicPr>
          <p:nvPr/>
        </p:nvPicPr>
        <p:blipFill>
          <a:blip r:embed="rId113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>
            <a:fillRect/>
          </a:stretch>
        </p:blipFill>
        <p:spPr bwMode="white">
          <a:xfrm>
            <a:off x="9997200" y="6085768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3" name="ShadeSessionCae"/>
          <p:cNvSpPr>
            <a:spLocks/>
          </p:cNvSpPr>
          <p:nvPr/>
        </p:nvSpPr>
        <p:spPr bwMode="white">
          <a:xfrm>
            <a:off x="9987595" y="5219780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76" name="ShadeSessionSecureSignIn"/>
          <p:cNvSpPr>
            <a:spLocks/>
          </p:cNvSpPr>
          <p:nvPr/>
        </p:nvSpPr>
        <p:spPr bwMode="white">
          <a:xfrm>
            <a:off x="9996846" y="5986498"/>
            <a:ext cx="2014431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pic>
        <p:nvPicPr>
          <p:cNvPr id="102" name="Graphic 101"/>
          <p:cNvPicPr>
            <a:picLocks noChangeAspect="1"/>
          </p:cNvPicPr>
          <p:nvPr/>
        </p:nvPicPr>
        <p:blipFill>
          <a:blip r:embed="rId115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6"/>
              </a:ext>
            </a:extLst>
          </a:blip>
          <a:srcRect/>
          <a:stretch>
            <a:fillRect/>
          </a:stretch>
        </p:blipFill>
        <p:spPr bwMode="white">
          <a:xfrm>
            <a:off x="9997200" y="5663777"/>
            <a:ext cx="230400" cy="23040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80" name="Graphic 79" descr="Close with solid fill"/>
          <p:cNvPicPr>
            <a:picLocks noChangeAspect="1"/>
          </p:cNvPicPr>
          <p:nvPr/>
        </p:nvPicPr>
        <p:blipFill>
          <a:blip r:embed="rId117">
            <a:lum/>
            <a:extLst>
              <a:ext uri="{28A0092B-C50C-407E-A947-70E740481C1C}">
                <a14:useLocalDpi xmlns:a14="http://schemas.microsoft.com/office/drawing/2016/SVG/main" val="0"/>
              </a:ext>
              <a:ext uri="{96DAC541-7B7A-43D3-8B79-37D633B846F1}">
                <asvg:svgBlip xmlns:asvg="http://schemas.microsoft.com/office/drawing/2016/SVG/main" r:embed="rId118"/>
              </a:ext>
            </a:extLst>
          </a:blip>
          <a:srcRect/>
          <a:stretch>
            <a:fillRect/>
          </a:stretch>
        </p:blipFill>
        <p:spPr bwMode="white">
          <a:xfrm>
            <a:off x="9963899" y="5637424"/>
            <a:ext cx="296075" cy="2960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24" name="ShadeSessionDisableResilience"/>
          <p:cNvSpPr>
            <a:spLocks/>
          </p:cNvSpPr>
          <p:nvPr/>
        </p:nvSpPr>
        <p:spPr bwMode="white">
          <a:xfrm>
            <a:off x="9959681" y="5602709"/>
            <a:ext cx="2023682" cy="36933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wrap="square">
            <a:spAutoFit/>
          </a:bodyPr>
          <a:lstStyle/>
          <a:p>
            <a:pPr algn="ctr" defTabSz="457200"/>
            <a:endParaRPr lang="en-US" dirty="0"/>
          </a:p>
        </p:txBody>
      </p:sp>
      <p:sp>
        <p:nvSpPr>
          <p:cNvPr id="2" name="PolicyName">
            <a:hlinkClick r:id="rId77" action="ppaction://hlinkfile"/>
          </p:cNvPr>
          <p:cNvSpPr>
            <a:spLocks noGrp="1"/>
          </p:cNvSpPr>
          <p:nvPr>
            <p:ph type="title"/>
          </p:nvPr>
        </p:nvSpPr>
        <p:spPr bwMode="white">
          <a:xfrm>
            <a:off x="838200" y="115511"/>
            <a:ext cx="10003967" cy="609565"/>
          </a:xfrm>
          <a:ln>
            <a:headEnd type="none"/>
            <a:tailEnd type="none"/>
          </a:ln>
        </p:spPr>
        <p:txBody>
          <a:bodyPr wrap="square">
            <a:noAutofit/>
          </a:bodyPr>
          <a:lstStyle/>
          <a:p>
            <a:pPr defTabSz="914400"/>
            <a:r>
              <a:rPr lang="en-US" sz="2000" b="1" dirty="0"/>
              <a:t>Microsoft-managed: Block legacy authentication</a:t>
            </a:r>
          </a:p>
        </p:txBody>
      </p:sp>
      <p:sp>
        <p:nvSpPr>
          <p:cNvPr id="16" name="LastModified"/>
          <p:cNvSpPr txBox="1">
            <a:spLocks noChangeArrowheads="1"/>
          </p:cNvSpPr>
          <p:nvPr/>
        </p:nvSpPr>
        <p:spPr bwMode="white">
          <a:xfrm>
            <a:off x="10556111" y="388376"/>
            <a:ext cx="1548397" cy="215444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457200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Last modified: 2026-01-25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lipstream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/>
        </a:gradFill>
      </a:fillStyleLst>
      <a:lnStyleLst>
        <a:ln w="6350" cap="flat">
          <a:solidFill>
            <a:schemeClr val="phClr"/>
          </a:solidFill>
          <a:prstDash val="solid"/>
          <a:miter/>
          <a:headEnd type="none"/>
          <a:tailEnd type="none"/>
        </a:ln>
        <a:ln w="12700" cap="flat">
          <a:solidFill>
            <a:schemeClr val="phClr"/>
          </a:solidFill>
          <a:prstDash val="solid"/>
          <a:miter/>
          <a:headEnd type="none"/>
          <a:tailEnd type="none"/>
        </a:ln>
        <a:ln w="19050" cap="flat">
          <a:solidFill>
            <a:schemeClr val="phClr"/>
          </a:solidFill>
          <a:prstDash val="solid"/>
          <a:miter/>
          <a:headEnd type="none"/>
          <a:tailEnd type="none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/>
        </a:gradFill>
      </a:bgFillStyleLst>
    </a:fmtScheme>
  </a:themeElements>
</a:theme>
</file>

<file path=ppt/theme/theme3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/>
        </a:gradFill>
      </a:fillStyleLst>
      <a:lnStyleLst>
        <a:ln w="6350" cap="flat">
          <a:solidFill>
            <a:schemeClr val="phClr"/>
          </a:solidFill>
          <a:prstDash val="solid"/>
          <a:miter/>
          <a:headEnd type="none"/>
          <a:tailEnd type="none"/>
        </a:ln>
        <a:ln w="12700" cap="flat">
          <a:solidFill>
            <a:schemeClr val="phClr"/>
          </a:solidFill>
          <a:prstDash val="solid"/>
          <a:miter/>
          <a:headEnd type="none"/>
          <a:tailEnd type="none"/>
        </a:ln>
        <a:ln w="19050" cap="flat">
          <a:solidFill>
            <a:schemeClr val="phClr"/>
          </a:solidFill>
          <a:prstDash val="solid"/>
          <a:miter/>
          <a:headEnd type="none"/>
          <a:tailEnd type="none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/>
        </a:gradFill>
      </a:bgFillStyleLst>
    </a:fmtScheme>
  </a:themeElements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>
  <Application>Microsoft Macintosh PowerPoint</Application>
  <Characters>0</Characters>
  <Company/>
  <Lines>0</Lines>
  <MMClips>0</MMClips>
  <Notes>61</Notes>
  <Pages>0</Pages>
  <Paragraphs>55</Paragraphs>
  <PresentationFormat>Widescreen</PresentationFormat>
  <Template>Office Theme</Template>
  <HiddenSlides>0</HiddenSlides>
  <LinksUpToDate>false</LinksUpToDate>
  <ScaleCrop>false</ScaleCrop>
  <Slides>2</Slides>
  <TotalTime>4157</TotalTime>
  <Words>141</Words>
  <AppVersion>16.0000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creator>Merill Fernando (HE/HIM)</dc:creator>
  <cp:lastModifiedBy>Merill Fernando (HE/HIM)</cp:lastModifiedBy>
  <dcterms:created xsi:type="dcterms:W3CDTF">2022-02-27T10:26:08Z</dcterms:created>
  <dcterms:modified xsi:type="dcterms:W3CDTF">2023-10-30T10:03:45Z</dcterms:modified>
  <dc:subject>Conditional Access</dc:subject>
  <cp:revision>387</cp:revision>
  <dc:title>Conditional Access Policy Documentation</dc:title>
</cp:coreProperties>
</file>

<file path=docProps/custom.xml><?xml version="1.0" encoding="utf-8"?>
<Properties xmlns:vt="http://schemas.openxmlformats.org/officeDocument/2006/docPropsVTypes" xmlns="http://schemas.openxmlformats.org/officeDocument/2006/custom-properties"/>
</file>